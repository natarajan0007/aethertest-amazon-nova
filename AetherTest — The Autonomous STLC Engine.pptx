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Hedvig Letters Sans" pitchFamily="2" charset="77"/>
      <p:regular r:id="rId16"/>
    </p:embeddedFont>
    <p:embeddedFont>
      <p:font typeface="Liter" panose="02000503030000020004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47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58905b8a192d799fee6f4e70f171952fd41f6ec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175" b="31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26193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F7FA">
                  <a:alpha val="95000"/>
                </a:srgbClr>
              </a:gs>
              <a:gs pos="50000">
                <a:srgbClr val="F5F7F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26256" y="514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148382"/>
                </a:moveTo>
                <a:cubicBezTo>
                  <a:pt x="78953" y="150279"/>
                  <a:pt x="74637" y="151991"/>
                  <a:pt x="70358" y="153405"/>
                </a:cubicBezTo>
                <a:cubicBezTo>
                  <a:pt x="76572" y="165981"/>
                  <a:pt x="81893" y="166688"/>
                  <a:pt x="83344" y="166688"/>
                </a:cubicBezTo>
                <a:cubicBezTo>
                  <a:pt x="84795" y="166688"/>
                  <a:pt x="90078" y="165981"/>
                  <a:pt x="96329" y="153405"/>
                </a:cubicBezTo>
                <a:cubicBezTo>
                  <a:pt x="92087" y="151954"/>
                  <a:pt x="87734" y="150279"/>
                  <a:pt x="83344" y="148382"/>
                </a:cubicBezTo>
                <a:close/>
                <a:moveTo>
                  <a:pt x="154037" y="95250"/>
                </a:moveTo>
                <a:cubicBezTo>
                  <a:pt x="166315" y="112068"/>
                  <a:pt x="170520" y="129071"/>
                  <a:pt x="162818" y="142875"/>
                </a:cubicBezTo>
                <a:cubicBezTo>
                  <a:pt x="155302" y="156381"/>
                  <a:pt x="139564" y="161218"/>
                  <a:pt x="119955" y="158948"/>
                </a:cubicBezTo>
                <a:cubicBezTo>
                  <a:pt x="111770" y="178333"/>
                  <a:pt x="99231" y="190500"/>
                  <a:pt x="83344" y="190500"/>
                </a:cubicBezTo>
                <a:cubicBezTo>
                  <a:pt x="67456" y="190500"/>
                  <a:pt x="54918" y="178333"/>
                  <a:pt x="46732" y="158948"/>
                </a:cubicBezTo>
                <a:cubicBezTo>
                  <a:pt x="27124" y="161218"/>
                  <a:pt x="11385" y="156381"/>
                  <a:pt x="3870" y="142875"/>
                </a:cubicBezTo>
                <a:cubicBezTo>
                  <a:pt x="-3832" y="129071"/>
                  <a:pt x="372" y="112068"/>
                  <a:pt x="12650" y="95250"/>
                </a:cubicBezTo>
                <a:cubicBezTo>
                  <a:pt x="372" y="78432"/>
                  <a:pt x="-3832" y="61429"/>
                  <a:pt x="3870" y="47625"/>
                </a:cubicBezTo>
                <a:cubicBezTo>
                  <a:pt x="11385" y="34119"/>
                  <a:pt x="27124" y="29282"/>
                  <a:pt x="46732" y="31552"/>
                </a:cubicBezTo>
                <a:cubicBezTo>
                  <a:pt x="54918" y="12167"/>
                  <a:pt x="67419" y="0"/>
                  <a:pt x="83344" y="0"/>
                </a:cubicBezTo>
                <a:cubicBezTo>
                  <a:pt x="99268" y="0"/>
                  <a:pt x="111770" y="12167"/>
                  <a:pt x="119955" y="31552"/>
                </a:cubicBezTo>
                <a:cubicBezTo>
                  <a:pt x="139564" y="29282"/>
                  <a:pt x="155302" y="34082"/>
                  <a:pt x="162818" y="47625"/>
                </a:cubicBezTo>
                <a:cubicBezTo>
                  <a:pt x="170520" y="61429"/>
                  <a:pt x="166315" y="78432"/>
                  <a:pt x="154037" y="95250"/>
                </a:cubicBezTo>
                <a:close/>
                <a:moveTo>
                  <a:pt x="129555" y="120328"/>
                </a:moveTo>
                <a:cubicBezTo>
                  <a:pt x="128922" y="125611"/>
                  <a:pt x="128104" y="130746"/>
                  <a:pt x="127062" y="135657"/>
                </a:cubicBezTo>
                <a:cubicBezTo>
                  <a:pt x="138894" y="136178"/>
                  <a:pt x="141424" y="132420"/>
                  <a:pt x="142019" y="131304"/>
                </a:cubicBezTo>
                <a:cubicBezTo>
                  <a:pt x="142875" y="129741"/>
                  <a:pt x="144624" y="124644"/>
                  <a:pt x="137592" y="113407"/>
                </a:cubicBezTo>
                <a:cubicBezTo>
                  <a:pt x="135062" y="115751"/>
                  <a:pt x="132383" y="118058"/>
                  <a:pt x="129555" y="120328"/>
                </a:cubicBezTo>
                <a:close/>
                <a:moveTo>
                  <a:pt x="127062" y="54880"/>
                </a:moveTo>
                <a:cubicBezTo>
                  <a:pt x="128104" y="59754"/>
                  <a:pt x="128922" y="64889"/>
                  <a:pt x="129555" y="70210"/>
                </a:cubicBezTo>
                <a:cubicBezTo>
                  <a:pt x="132383" y="72479"/>
                  <a:pt x="135062" y="74786"/>
                  <a:pt x="137592" y="77130"/>
                </a:cubicBezTo>
                <a:cubicBezTo>
                  <a:pt x="144624" y="65894"/>
                  <a:pt x="142875" y="60759"/>
                  <a:pt x="142019" y="59234"/>
                </a:cubicBezTo>
                <a:cubicBezTo>
                  <a:pt x="141424" y="58155"/>
                  <a:pt x="138894" y="54397"/>
                  <a:pt x="127062" y="54880"/>
                </a:cubicBezTo>
                <a:close/>
                <a:moveTo>
                  <a:pt x="96329" y="37095"/>
                </a:moveTo>
                <a:cubicBezTo>
                  <a:pt x="90078" y="24519"/>
                  <a:pt x="84795" y="23812"/>
                  <a:pt x="83344" y="23812"/>
                </a:cubicBezTo>
                <a:cubicBezTo>
                  <a:pt x="81893" y="23812"/>
                  <a:pt x="76609" y="24519"/>
                  <a:pt x="70358" y="37095"/>
                </a:cubicBezTo>
                <a:cubicBezTo>
                  <a:pt x="74600" y="38546"/>
                  <a:pt x="78953" y="40221"/>
                  <a:pt x="83344" y="42118"/>
                </a:cubicBezTo>
                <a:cubicBezTo>
                  <a:pt x="87734" y="40221"/>
                  <a:pt x="92050" y="38509"/>
                  <a:pt x="96329" y="37095"/>
                </a:cubicBezTo>
                <a:close/>
                <a:moveTo>
                  <a:pt x="37170" y="70172"/>
                </a:moveTo>
                <a:cubicBezTo>
                  <a:pt x="37802" y="64852"/>
                  <a:pt x="38621" y="59754"/>
                  <a:pt x="39663" y="54843"/>
                </a:cubicBezTo>
                <a:cubicBezTo>
                  <a:pt x="27831" y="54322"/>
                  <a:pt x="25301" y="58080"/>
                  <a:pt x="24705" y="59196"/>
                </a:cubicBezTo>
                <a:cubicBezTo>
                  <a:pt x="23850" y="60759"/>
                  <a:pt x="22101" y="65856"/>
                  <a:pt x="29133" y="77093"/>
                </a:cubicBezTo>
                <a:cubicBezTo>
                  <a:pt x="31663" y="74749"/>
                  <a:pt x="34342" y="72442"/>
                  <a:pt x="37170" y="70172"/>
                </a:cubicBezTo>
                <a:close/>
                <a:moveTo>
                  <a:pt x="29096" y="113407"/>
                </a:moveTo>
                <a:cubicBezTo>
                  <a:pt x="22064" y="124644"/>
                  <a:pt x="23812" y="129778"/>
                  <a:pt x="24668" y="131304"/>
                </a:cubicBezTo>
                <a:cubicBezTo>
                  <a:pt x="25264" y="132383"/>
                  <a:pt x="27794" y="136141"/>
                  <a:pt x="39625" y="135657"/>
                </a:cubicBezTo>
                <a:cubicBezTo>
                  <a:pt x="38584" y="130783"/>
                  <a:pt x="37765" y="125648"/>
                  <a:pt x="37133" y="120328"/>
                </a:cubicBezTo>
                <a:cubicBezTo>
                  <a:pt x="34305" y="118058"/>
                  <a:pt x="31626" y="115751"/>
                  <a:pt x="29096" y="113407"/>
                </a:cubicBezTo>
                <a:close/>
                <a:moveTo>
                  <a:pt x="113109" y="95250"/>
                </a:moveTo>
                <a:cubicBezTo>
                  <a:pt x="113109" y="78822"/>
                  <a:pt x="99772" y="65484"/>
                  <a:pt x="83344" y="65484"/>
                </a:cubicBezTo>
                <a:cubicBezTo>
                  <a:pt x="66916" y="65484"/>
                  <a:pt x="53578" y="78822"/>
                  <a:pt x="53578" y="95250"/>
                </a:cubicBezTo>
                <a:cubicBezTo>
                  <a:pt x="53578" y="111678"/>
                  <a:pt x="66916" y="125016"/>
                  <a:pt x="83344" y="125016"/>
                </a:cubicBezTo>
                <a:cubicBezTo>
                  <a:pt x="99772" y="125016"/>
                  <a:pt x="113109" y="111678"/>
                  <a:pt x="113109" y="95250"/>
                </a:cubicBezTo>
                <a:close/>
                <a:moveTo>
                  <a:pt x="83344" y="83344"/>
                </a:moveTo>
                <a:cubicBezTo>
                  <a:pt x="89915" y="83344"/>
                  <a:pt x="95250" y="88679"/>
                  <a:pt x="95250" y="95250"/>
                </a:cubicBezTo>
                <a:cubicBezTo>
                  <a:pt x="95250" y="101821"/>
                  <a:pt x="89915" y="107156"/>
                  <a:pt x="83344" y="107156"/>
                </a:cubicBezTo>
                <a:cubicBezTo>
                  <a:pt x="76773" y="107156"/>
                  <a:pt x="71438" y="101821"/>
                  <a:pt x="71438" y="95250"/>
                </a:cubicBezTo>
                <a:cubicBezTo>
                  <a:pt x="71438" y="88679"/>
                  <a:pt x="76773" y="83344"/>
                  <a:pt x="83344" y="8334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2660" y="514350"/>
            <a:ext cx="20088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/>
              <a:t>UCL AI FESTIVAL HACKATHON</a:t>
            </a:r>
          </a:p>
        </p:txBody>
      </p:sp>
      <p:sp>
        <p:nvSpPr>
          <p:cNvPr id="7" name="Text 4"/>
          <p:cNvSpPr/>
          <p:nvPr/>
        </p:nvSpPr>
        <p:spPr>
          <a:xfrm>
            <a:off x="381000" y="2357438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-180" dirty="0" err="1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AetherTest</a:t>
            </a:r>
            <a:r>
              <a:rPr lang="en-US" sz="7200" b="1" kern="0" spc="-180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(Agentic AI)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42423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3690937"/>
            <a:ext cx="7486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Autonomous STLC Engine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233863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Zero-Touch AI Testing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8384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3888" y="62865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Feb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58851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982688" y="62865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Testing Innovation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1CEC5F8-423D-3F79-AA8B-124768796256}"/>
              </a:ext>
            </a:extLst>
          </p:cNvPr>
          <p:cNvSpPr/>
          <p:nvPr/>
        </p:nvSpPr>
        <p:spPr>
          <a:xfrm>
            <a:off x="381000" y="4714875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Natarajan Muthu  </a:t>
            </a:r>
            <a:r>
              <a:rPr lang="en-US" sz="1800" b="1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Sravanth Baratam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Journey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3648075" cy="4600575"/>
          </a:xfrm>
          <a:custGeom>
            <a:avLst/>
            <a:gdLst/>
            <a:ahLst/>
            <a:cxnLst/>
            <a:rect l="l" t="t" r="r" b="b"/>
            <a:pathLst>
              <a:path w="3648075" h="4600575">
                <a:moveTo>
                  <a:pt x="228588" y="0"/>
                </a:moveTo>
                <a:lnTo>
                  <a:pt x="3419487" y="0"/>
                </a:lnTo>
                <a:cubicBezTo>
                  <a:pt x="3545732" y="0"/>
                  <a:pt x="3648075" y="102343"/>
                  <a:pt x="3648075" y="228588"/>
                </a:cubicBezTo>
                <a:lnTo>
                  <a:pt x="3648075" y="4371987"/>
                </a:lnTo>
                <a:cubicBezTo>
                  <a:pt x="3648075" y="4498232"/>
                  <a:pt x="3545732" y="4600575"/>
                  <a:pt x="3419487" y="4600575"/>
                </a:cubicBezTo>
                <a:lnTo>
                  <a:pt x="228588" y="4600575"/>
                </a:lnTo>
                <a:cubicBezTo>
                  <a:pt x="102343" y="4600575"/>
                  <a:pt x="0" y="4498232"/>
                  <a:pt x="0" y="4371987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B82F6">
                <a:alpha val="10196"/>
              </a:srgbClr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695325" y="1724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6506" y="1857375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57325" y="17240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57325" y="2105025"/>
            <a:ext cx="2343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Testing Lifecycle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5325" y="5210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5825" y="513397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Translation Gap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5325" y="5553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5825" y="547687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of Manual Testing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1963" y="1414463"/>
            <a:ext cx="3648075" cy="4600575"/>
          </a:xfrm>
          <a:custGeom>
            <a:avLst/>
            <a:gdLst/>
            <a:ahLst/>
            <a:cxnLst/>
            <a:rect l="l" t="t" r="r" b="b"/>
            <a:pathLst>
              <a:path w="3648075" h="4600575">
                <a:moveTo>
                  <a:pt x="228588" y="0"/>
                </a:moveTo>
                <a:lnTo>
                  <a:pt x="3419487" y="0"/>
                </a:lnTo>
                <a:cubicBezTo>
                  <a:pt x="3545732" y="0"/>
                  <a:pt x="3648075" y="102343"/>
                  <a:pt x="3648075" y="228588"/>
                </a:cubicBezTo>
                <a:lnTo>
                  <a:pt x="3648075" y="4371987"/>
                </a:lnTo>
                <a:cubicBezTo>
                  <a:pt x="3648075" y="4498232"/>
                  <a:pt x="3545732" y="4600575"/>
                  <a:pt x="3419487" y="4600575"/>
                </a:cubicBezTo>
                <a:lnTo>
                  <a:pt x="228588" y="4600575"/>
                </a:lnTo>
                <a:cubicBezTo>
                  <a:pt x="102343" y="4600575"/>
                  <a:pt x="0" y="4498232"/>
                  <a:pt x="0" y="4371987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B82F6">
                <a:alpha val="10196"/>
              </a:srgbClr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81525" y="1724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2168" y="1857375"/>
            <a:ext cx="466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3525" y="17240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3525" y="2105025"/>
            <a:ext cx="2343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AetherTest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81525" y="4867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2025" y="479107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Autonomous Layers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81525" y="5210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2025" y="5133975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Vision-Language Intelligence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81525" y="5553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2025" y="547687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Browser-Use Agent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8163" y="1414463"/>
            <a:ext cx="3648075" cy="4600575"/>
          </a:xfrm>
          <a:custGeom>
            <a:avLst/>
            <a:gdLst/>
            <a:ahLst/>
            <a:cxnLst/>
            <a:rect l="l" t="t" r="r" b="b"/>
            <a:pathLst>
              <a:path w="3648075" h="4600575">
                <a:moveTo>
                  <a:pt x="228588" y="0"/>
                </a:moveTo>
                <a:lnTo>
                  <a:pt x="3419487" y="0"/>
                </a:lnTo>
                <a:cubicBezTo>
                  <a:pt x="3545732" y="0"/>
                  <a:pt x="3648075" y="102343"/>
                  <a:pt x="3648075" y="228588"/>
                </a:cubicBezTo>
                <a:lnTo>
                  <a:pt x="3648075" y="4371987"/>
                </a:lnTo>
                <a:cubicBezTo>
                  <a:pt x="3648075" y="4498232"/>
                  <a:pt x="3545732" y="4600575"/>
                  <a:pt x="3419487" y="4600575"/>
                </a:cubicBezTo>
                <a:lnTo>
                  <a:pt x="228588" y="4600575"/>
                </a:lnTo>
                <a:cubicBezTo>
                  <a:pt x="102343" y="4600575"/>
                  <a:pt x="0" y="4498232"/>
                  <a:pt x="0" y="4371987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3B82F6">
                <a:alpha val="10196"/>
              </a:srgbClr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67725" y="1724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04200" y="185737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29725" y="17240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Differentiation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29725" y="2105025"/>
            <a:ext cx="2343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AetherTest Changes Everything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67725" y="5210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58225" y="513397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Traditional Tools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67725" y="5553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58225" y="547687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33454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153" y="6248400"/>
            <a:ext cx="3983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</a:t>
            </a: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Low-Code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r>
              <a:rPr lang="en-US" sz="1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Zero-Touch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Driven Test Automation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ttyimages.com/e3b33b883f7f68557919951ffa90f294906b3d59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5763" y="1709738"/>
            <a:ext cx="1847850" cy="466725"/>
          </a:xfrm>
          <a:custGeom>
            <a:avLst/>
            <a:gdLst/>
            <a:ahLst/>
            <a:cxnLst/>
            <a:rect l="l" t="t" r="r" b="b"/>
            <a:pathLst>
              <a:path w="1847850" h="466725">
                <a:moveTo>
                  <a:pt x="233362" y="0"/>
                </a:moveTo>
                <a:lnTo>
                  <a:pt x="1614488" y="0"/>
                </a:lnTo>
                <a:cubicBezTo>
                  <a:pt x="1743284" y="0"/>
                  <a:pt x="1847850" y="104566"/>
                  <a:pt x="1847850" y="233362"/>
                </a:cubicBezTo>
                <a:lnTo>
                  <a:pt x="1847850" y="233362"/>
                </a:lnTo>
                <a:cubicBezTo>
                  <a:pt x="1847850" y="362159"/>
                  <a:pt x="1743284" y="466725"/>
                  <a:pt x="1614488" y="466725"/>
                </a:cubicBezTo>
                <a:lnTo>
                  <a:pt x="233362" y="466725"/>
                </a:lnTo>
                <a:cubicBezTo>
                  <a:pt x="104566" y="466725"/>
                  <a:pt x="0" y="362159"/>
                  <a:pt x="0" y="233363"/>
                </a:cubicBezTo>
                <a:lnTo>
                  <a:pt x="0" y="233362"/>
                </a:lnTo>
                <a:cubicBezTo>
                  <a:pt x="0" y="104566"/>
                  <a:pt x="104566" y="0"/>
                  <a:pt x="2333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79070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5116" y="18288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63842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242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fragmented STLC and the translation gap bottleneck that cripples Agile velocity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19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19200" y="4924425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Critical Challenge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Translation Gap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manual interpretation creates the #1 bottleneck in Agile sprints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00200"/>
            <a:ext cx="7181850" cy="1295400"/>
          </a:xfrm>
          <a:custGeom>
            <a:avLst/>
            <a:gdLst/>
            <a:ahLst/>
            <a:cxnLst/>
            <a:rect l="l" t="t" r="r" b="b"/>
            <a:pathLst>
              <a:path w="7181850" h="1295400">
                <a:moveTo>
                  <a:pt x="38100" y="0"/>
                </a:moveTo>
                <a:lnTo>
                  <a:pt x="7029446" y="0"/>
                </a:lnTo>
                <a:cubicBezTo>
                  <a:pt x="7113616" y="0"/>
                  <a:pt x="7181850" y="68234"/>
                  <a:pt x="7181850" y="152404"/>
                </a:cubicBezTo>
                <a:lnTo>
                  <a:pt x="7181850" y="1142996"/>
                </a:lnTo>
                <a:cubicBezTo>
                  <a:pt x="7181850" y="1227166"/>
                  <a:pt x="7113616" y="1295400"/>
                  <a:pt x="70294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6002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770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050" y="1962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7300" y="18288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Fragmented STLC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171700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Software Testing Life Cycle is broken into disconnected phases. Human testers must manually bridge the gap between design intent and test execution.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048000"/>
            <a:ext cx="7181850" cy="1295400"/>
          </a:xfrm>
          <a:custGeom>
            <a:avLst/>
            <a:gdLst/>
            <a:ahLst/>
            <a:cxnLst/>
            <a:rect l="l" t="t" r="r" b="b"/>
            <a:pathLst>
              <a:path w="7181850" h="1295400">
                <a:moveTo>
                  <a:pt x="38100" y="0"/>
                </a:moveTo>
                <a:lnTo>
                  <a:pt x="7029446" y="0"/>
                </a:lnTo>
                <a:cubicBezTo>
                  <a:pt x="7113616" y="0"/>
                  <a:pt x="7181850" y="68234"/>
                  <a:pt x="7181850" y="152404"/>
                </a:cubicBezTo>
                <a:lnTo>
                  <a:pt x="7181850" y="1142996"/>
                </a:lnTo>
                <a:cubicBezTo>
                  <a:pt x="7181850" y="1227166"/>
                  <a:pt x="7113616" y="1295400"/>
                  <a:pt x="70294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0050" y="3048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77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9144" y="3409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57300" y="32766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Manual 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7300" y="3619500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Testers translate Figma designs and PRDs into Java/Python/JavaScript test scripts. Every requirement must be manually converted into executable code.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495800"/>
            <a:ext cx="7181850" cy="1295400"/>
          </a:xfrm>
          <a:custGeom>
            <a:avLst/>
            <a:gdLst/>
            <a:ahLst/>
            <a:cxnLst/>
            <a:rect l="l" t="t" r="r" b="b"/>
            <a:pathLst>
              <a:path w="7181850" h="1295400">
                <a:moveTo>
                  <a:pt x="38100" y="0"/>
                </a:moveTo>
                <a:lnTo>
                  <a:pt x="7029446" y="0"/>
                </a:lnTo>
                <a:cubicBezTo>
                  <a:pt x="7113616" y="0"/>
                  <a:pt x="7181850" y="68234"/>
                  <a:pt x="7181850" y="152404"/>
                </a:cubicBezTo>
                <a:lnTo>
                  <a:pt x="7181850" y="1142996"/>
                </a:lnTo>
                <a:cubicBezTo>
                  <a:pt x="7181850" y="1227166"/>
                  <a:pt x="7113616" y="1295400"/>
                  <a:pt x="70294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44958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700" y="472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2956" y="4857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8761" y="930"/>
                </a:moveTo>
                <a:cubicBezTo>
                  <a:pt x="31775" y="-595"/>
                  <a:pt x="35421" y="-260"/>
                  <a:pt x="38100" y="1786"/>
                </a:cubicBezTo>
                <a:lnTo>
                  <a:pt x="157163" y="91046"/>
                </a:lnTo>
                <a:cubicBezTo>
                  <a:pt x="160251" y="93352"/>
                  <a:pt x="161479" y="97371"/>
                  <a:pt x="160288" y="101017"/>
                </a:cubicBezTo>
                <a:cubicBezTo>
                  <a:pt x="159097" y="104663"/>
                  <a:pt x="155674" y="107119"/>
                  <a:pt x="151805" y="107119"/>
                </a:cubicBezTo>
                <a:lnTo>
                  <a:pt x="95138" y="107119"/>
                </a:lnTo>
                <a:lnTo>
                  <a:pt x="128215" y="173236"/>
                </a:lnTo>
                <a:cubicBezTo>
                  <a:pt x="131155" y="179115"/>
                  <a:pt x="128774" y="186258"/>
                  <a:pt x="122895" y="189198"/>
                </a:cubicBezTo>
                <a:cubicBezTo>
                  <a:pt x="117016" y="192137"/>
                  <a:pt x="109872" y="189756"/>
                  <a:pt x="106933" y="183877"/>
                </a:cubicBezTo>
                <a:lnTo>
                  <a:pt x="73856" y="117760"/>
                </a:lnTo>
                <a:lnTo>
                  <a:pt x="39886" y="163078"/>
                </a:lnTo>
                <a:cubicBezTo>
                  <a:pt x="37579" y="166167"/>
                  <a:pt x="33561" y="167394"/>
                  <a:pt x="29914" y="166204"/>
                </a:cubicBezTo>
                <a:cubicBezTo>
                  <a:pt x="26268" y="165013"/>
                  <a:pt x="23812" y="161590"/>
                  <a:pt x="23812" y="157758"/>
                </a:cubicBezTo>
                <a:lnTo>
                  <a:pt x="23812" y="8930"/>
                </a:lnTo>
                <a:cubicBezTo>
                  <a:pt x="23812" y="5544"/>
                  <a:pt x="25710" y="2456"/>
                  <a:pt x="28761" y="93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57300" y="47244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"Low-Code" Limitations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7300" y="5067300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 "low-code" tools require manual recording or element selection. They don't eliminate the translation—they just change the format.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10500" y="1600200"/>
            <a:ext cx="4000500" cy="4876800"/>
          </a:xfrm>
          <a:custGeom>
            <a:avLst/>
            <a:gdLst/>
            <a:ahLst/>
            <a:cxnLst/>
            <a:rect l="l" t="t" r="r" b="b"/>
            <a:pathLst>
              <a:path w="4000500" h="4876800">
                <a:moveTo>
                  <a:pt x="152419" y="0"/>
                </a:moveTo>
                <a:lnTo>
                  <a:pt x="3848081" y="0"/>
                </a:lnTo>
                <a:cubicBezTo>
                  <a:pt x="3932260" y="0"/>
                  <a:pt x="4000500" y="68240"/>
                  <a:pt x="4000500" y="152419"/>
                </a:cubicBezTo>
                <a:lnTo>
                  <a:pt x="4000500" y="4724381"/>
                </a:lnTo>
                <a:cubicBezTo>
                  <a:pt x="4000500" y="4808560"/>
                  <a:pt x="3932260" y="4876800"/>
                  <a:pt x="3848081" y="4876800"/>
                </a:cubicBezTo>
                <a:lnTo>
                  <a:pt x="152419" y="4876800"/>
                </a:lnTo>
                <a:cubicBezTo>
                  <a:pt x="68240" y="4876800"/>
                  <a:pt x="0" y="4808560"/>
                  <a:pt x="0" y="4724381"/>
                </a:cubicBezTo>
                <a:lnTo>
                  <a:pt x="0" y="152419"/>
                </a:lnTo>
                <a:cubicBezTo>
                  <a:pt x="0" y="68297"/>
                  <a:pt x="68297" y="0"/>
                  <a:pt x="1524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91475" y="1828800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Translation Pipeline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39100" y="2276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53400" y="2390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0253" y="0"/>
                </a:moveTo>
                <a:cubicBezTo>
                  <a:pt x="125968" y="0"/>
                  <a:pt x="131445" y="2262"/>
                  <a:pt x="135463" y="6310"/>
                </a:cubicBezTo>
                <a:lnTo>
                  <a:pt x="146090" y="16937"/>
                </a:lnTo>
                <a:cubicBezTo>
                  <a:pt x="150138" y="20955"/>
                  <a:pt x="152400" y="26432"/>
                  <a:pt x="152400" y="32147"/>
                </a:cubicBezTo>
                <a:cubicBezTo>
                  <a:pt x="152400" y="37862"/>
                  <a:pt x="150138" y="43339"/>
                  <a:pt x="146090" y="47357"/>
                </a:cubicBezTo>
                <a:lnTo>
                  <a:pt x="132725" y="60722"/>
                </a:lnTo>
                <a:lnTo>
                  <a:pt x="91678" y="19675"/>
                </a:lnTo>
                <a:lnTo>
                  <a:pt x="105043" y="6310"/>
                </a:lnTo>
                <a:cubicBezTo>
                  <a:pt x="109061" y="2262"/>
                  <a:pt x="114538" y="0"/>
                  <a:pt x="120253" y="0"/>
                </a:cubicBezTo>
                <a:close/>
                <a:moveTo>
                  <a:pt x="17532" y="93791"/>
                </a:moveTo>
                <a:lnTo>
                  <a:pt x="81588" y="29766"/>
                </a:lnTo>
                <a:lnTo>
                  <a:pt x="122634" y="70812"/>
                </a:lnTo>
                <a:lnTo>
                  <a:pt x="58609" y="134868"/>
                </a:lnTo>
                <a:cubicBezTo>
                  <a:pt x="55424" y="138053"/>
                  <a:pt x="51435" y="140375"/>
                  <a:pt x="47089" y="141595"/>
                </a:cubicBezTo>
                <a:lnTo>
                  <a:pt x="9049" y="152132"/>
                </a:lnTo>
                <a:cubicBezTo>
                  <a:pt x="6578" y="152817"/>
                  <a:pt x="3899" y="152132"/>
                  <a:pt x="2084" y="150287"/>
                </a:cubicBezTo>
                <a:cubicBezTo>
                  <a:pt x="268" y="148441"/>
                  <a:pt x="-446" y="145792"/>
                  <a:pt x="238" y="143321"/>
                </a:cubicBezTo>
                <a:lnTo>
                  <a:pt x="10835" y="105311"/>
                </a:lnTo>
                <a:cubicBezTo>
                  <a:pt x="12055" y="100965"/>
                  <a:pt x="14347" y="97006"/>
                  <a:pt x="17562" y="93791"/>
                </a:cubicBezTo>
                <a:close/>
                <a:moveTo>
                  <a:pt x="67092" y="24051"/>
                </a:moveTo>
                <a:lnTo>
                  <a:pt x="24051" y="67092"/>
                </a:lnTo>
                <a:lnTo>
                  <a:pt x="3483" y="46524"/>
                </a:lnTo>
                <a:cubicBezTo>
                  <a:pt x="-1161" y="41880"/>
                  <a:pt x="-1161" y="34350"/>
                  <a:pt x="3483" y="29676"/>
                </a:cubicBezTo>
                <a:lnTo>
                  <a:pt x="29676" y="3483"/>
                </a:lnTo>
                <a:cubicBezTo>
                  <a:pt x="34320" y="-1161"/>
                  <a:pt x="41850" y="-1161"/>
                  <a:pt x="46524" y="3483"/>
                </a:cubicBezTo>
                <a:lnTo>
                  <a:pt x="48280" y="5239"/>
                </a:lnTo>
                <a:lnTo>
                  <a:pt x="31522" y="21997"/>
                </a:lnTo>
                <a:cubicBezTo>
                  <a:pt x="29200" y="24319"/>
                  <a:pt x="29200" y="28099"/>
                  <a:pt x="31522" y="30420"/>
                </a:cubicBezTo>
                <a:cubicBezTo>
                  <a:pt x="33844" y="32742"/>
                  <a:pt x="37624" y="32742"/>
                  <a:pt x="39945" y="30420"/>
                </a:cubicBezTo>
                <a:lnTo>
                  <a:pt x="56704" y="13662"/>
                </a:lnTo>
                <a:lnTo>
                  <a:pt x="67092" y="24051"/>
                </a:lnTo>
                <a:close/>
                <a:moveTo>
                  <a:pt x="128349" y="85308"/>
                </a:moveTo>
                <a:lnTo>
                  <a:pt x="138738" y="95696"/>
                </a:lnTo>
                <a:lnTo>
                  <a:pt x="121980" y="112455"/>
                </a:lnTo>
                <a:cubicBezTo>
                  <a:pt x="119658" y="114776"/>
                  <a:pt x="119658" y="118556"/>
                  <a:pt x="121980" y="120878"/>
                </a:cubicBezTo>
                <a:cubicBezTo>
                  <a:pt x="124301" y="123200"/>
                  <a:pt x="128081" y="123200"/>
                  <a:pt x="130403" y="120878"/>
                </a:cubicBezTo>
                <a:lnTo>
                  <a:pt x="147161" y="104120"/>
                </a:lnTo>
                <a:lnTo>
                  <a:pt x="148917" y="105876"/>
                </a:lnTo>
                <a:cubicBezTo>
                  <a:pt x="153561" y="110520"/>
                  <a:pt x="153561" y="118050"/>
                  <a:pt x="148917" y="122724"/>
                </a:cubicBezTo>
                <a:lnTo>
                  <a:pt x="122724" y="148917"/>
                </a:lnTo>
                <a:cubicBezTo>
                  <a:pt x="118080" y="153561"/>
                  <a:pt x="110550" y="153561"/>
                  <a:pt x="105876" y="148917"/>
                </a:cubicBezTo>
                <a:lnTo>
                  <a:pt x="85308" y="128349"/>
                </a:lnTo>
                <a:lnTo>
                  <a:pt x="128349" y="8530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34400" y="2257425"/>
            <a:ext cx="3048000" cy="419100"/>
          </a:xfrm>
          <a:custGeom>
            <a:avLst/>
            <a:gdLst/>
            <a:ahLst/>
            <a:cxnLst/>
            <a:rect l="l" t="t" r="r" b="b"/>
            <a:pathLst>
              <a:path w="3048000" h="419100">
                <a:moveTo>
                  <a:pt x="76201" y="0"/>
                </a:moveTo>
                <a:lnTo>
                  <a:pt x="2971799" y="0"/>
                </a:lnTo>
                <a:cubicBezTo>
                  <a:pt x="3013884" y="0"/>
                  <a:pt x="3048000" y="34116"/>
                  <a:pt x="3048000" y="76201"/>
                </a:cubicBezTo>
                <a:lnTo>
                  <a:pt x="3048000" y="342899"/>
                </a:lnTo>
                <a:cubicBezTo>
                  <a:pt x="3048000" y="384984"/>
                  <a:pt x="3013884" y="419100"/>
                  <a:pt x="29717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0" y="2371725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48838" y="2790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39100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72450" y="32099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34400" y="3076575"/>
            <a:ext cx="3048000" cy="419100"/>
          </a:xfrm>
          <a:custGeom>
            <a:avLst/>
            <a:gdLst/>
            <a:ahLst/>
            <a:cxnLst/>
            <a:rect l="l" t="t" r="r" b="b"/>
            <a:pathLst>
              <a:path w="3048000" h="419100">
                <a:moveTo>
                  <a:pt x="76201" y="0"/>
                </a:moveTo>
                <a:lnTo>
                  <a:pt x="2971799" y="0"/>
                </a:lnTo>
                <a:cubicBezTo>
                  <a:pt x="3013884" y="0"/>
                  <a:pt x="3048000" y="34116"/>
                  <a:pt x="3048000" y="76201"/>
                </a:cubicBezTo>
                <a:lnTo>
                  <a:pt x="3048000" y="342899"/>
                </a:lnTo>
                <a:cubicBezTo>
                  <a:pt x="3048000" y="384984"/>
                  <a:pt x="3013884" y="419100"/>
                  <a:pt x="29717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86800" y="3190875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PRD Document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48838" y="3609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39100" y="3990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62925" y="41052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34400" y="3895725"/>
            <a:ext cx="3048000" cy="571500"/>
          </a:xfrm>
          <a:custGeom>
            <a:avLst/>
            <a:gdLst/>
            <a:ahLst/>
            <a:cxnLst/>
            <a:rect l="l" t="t" r="r" b="b"/>
            <a:pathLst>
              <a:path w="3048000" h="571500">
                <a:moveTo>
                  <a:pt x="76198" y="0"/>
                </a:moveTo>
                <a:lnTo>
                  <a:pt x="2971802" y="0"/>
                </a:lnTo>
                <a:cubicBezTo>
                  <a:pt x="3013885" y="0"/>
                  <a:pt x="3048000" y="34115"/>
                  <a:pt x="3048000" y="76198"/>
                </a:cubicBezTo>
                <a:lnTo>
                  <a:pt x="3048000" y="495302"/>
                </a:lnTo>
                <a:cubicBezTo>
                  <a:pt x="3048000" y="537385"/>
                  <a:pt x="3013885" y="571500"/>
                  <a:pt x="2971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86800" y="4010025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Tester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6800" y="4200525"/>
            <a:ext cx="2800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Interpretation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48838" y="45815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039100" y="4972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43875" y="5086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39163" y="4872038"/>
            <a:ext cx="3038475" cy="581025"/>
          </a:xfrm>
          <a:custGeom>
            <a:avLst/>
            <a:gdLst/>
            <a:ahLst/>
            <a:cxnLst/>
            <a:rect l="l" t="t" r="r" b="b"/>
            <a:pathLst>
              <a:path w="3038475" h="581025">
                <a:moveTo>
                  <a:pt x="76201" y="0"/>
                </a:moveTo>
                <a:lnTo>
                  <a:pt x="2962274" y="0"/>
                </a:lnTo>
                <a:cubicBezTo>
                  <a:pt x="3004330" y="0"/>
                  <a:pt x="3038475" y="34145"/>
                  <a:pt x="3038475" y="76201"/>
                </a:cubicBezTo>
                <a:lnTo>
                  <a:pt x="3038475" y="504824"/>
                </a:lnTo>
                <a:cubicBezTo>
                  <a:pt x="3038475" y="546880"/>
                  <a:pt x="3004330" y="581025"/>
                  <a:pt x="29622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96325" y="4991100"/>
            <a:ext cx="279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Scripts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96325" y="5181600"/>
            <a:ext cx="2781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 &amp; Error-Prone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43863" y="5624513"/>
            <a:ext cx="3533775" cy="619125"/>
          </a:xfrm>
          <a:custGeom>
            <a:avLst/>
            <a:gdLst/>
            <a:ahLst/>
            <a:cxnLst/>
            <a:rect l="l" t="t" r="r" b="b"/>
            <a:pathLst>
              <a:path w="3533775" h="619125">
                <a:moveTo>
                  <a:pt x="114303" y="0"/>
                </a:moveTo>
                <a:lnTo>
                  <a:pt x="3419472" y="0"/>
                </a:lnTo>
                <a:cubicBezTo>
                  <a:pt x="3482558" y="0"/>
                  <a:pt x="3533775" y="51217"/>
                  <a:pt x="3533775" y="114303"/>
                </a:cubicBezTo>
                <a:lnTo>
                  <a:pt x="3533775" y="504822"/>
                </a:lnTo>
                <a:cubicBezTo>
                  <a:pt x="3533775" y="567908"/>
                  <a:pt x="3482558" y="619125"/>
                  <a:pt x="3419472" y="619125"/>
                </a:cubicBezTo>
                <a:lnTo>
                  <a:pt x="114303" y="619125"/>
                </a:lnTo>
                <a:cubicBezTo>
                  <a:pt x="51217" y="619125"/>
                  <a:pt x="0" y="567908"/>
                  <a:pt x="0" y="5048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181975" y="5762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429625" y="5743575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#1 Bottleneck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62925" y="5972175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manual translation is the primary blocker in Agile sprints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Consequences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Impact of Manual Testing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critical consequences that cripple testing efficiency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6515100" cy="1524000"/>
          </a:xfrm>
          <a:custGeom>
            <a:avLst/>
            <a:gdLst/>
            <a:ahLst/>
            <a:cxnLst/>
            <a:rect l="l" t="t" r="r" b="b"/>
            <a:pathLst>
              <a:path w="6515100" h="1524000">
                <a:moveTo>
                  <a:pt x="152400" y="0"/>
                </a:moveTo>
                <a:lnTo>
                  <a:pt x="6362700" y="0"/>
                </a:lnTo>
                <a:cubicBezTo>
                  <a:pt x="6446812" y="0"/>
                  <a:pt x="6515100" y="68288"/>
                  <a:pt x="6515100" y="152400"/>
                </a:cubicBezTo>
                <a:lnTo>
                  <a:pt x="6515100" y="1371600"/>
                </a:lnTo>
                <a:cubicBezTo>
                  <a:pt x="6515100" y="1455712"/>
                  <a:pt x="6446812" y="1524000"/>
                  <a:pt x="6362700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714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E7000B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866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7300" y="1714500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Desynchronization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0574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scripts consistently lag behind UI changes. Every design update requires manual script updates, creating a perpetual catch-up cycle.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6350" y="2695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E700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0188" y="2667000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drift between design and tests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200400"/>
            <a:ext cx="6515100" cy="1524000"/>
          </a:xfrm>
          <a:custGeom>
            <a:avLst/>
            <a:gdLst/>
            <a:ahLst/>
            <a:cxnLst/>
            <a:rect l="l" t="t" r="r" b="b"/>
            <a:pathLst>
              <a:path w="6515100" h="1524000">
                <a:moveTo>
                  <a:pt x="152400" y="0"/>
                </a:moveTo>
                <a:lnTo>
                  <a:pt x="6362700" y="0"/>
                </a:lnTo>
                <a:cubicBezTo>
                  <a:pt x="6446812" y="0"/>
                  <a:pt x="6515100" y="68288"/>
                  <a:pt x="6515100" y="152400"/>
                </a:cubicBezTo>
                <a:lnTo>
                  <a:pt x="6515100" y="1371600"/>
                </a:lnTo>
                <a:cubicBezTo>
                  <a:pt x="6515100" y="1455712"/>
                  <a:pt x="6446812" y="1524000"/>
                  <a:pt x="6362700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3390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54900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9613" y="3543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57300" y="3390900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Maintenance Overhead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7300" y="37338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tester time is spent fixing brittle selectors. XPath and CSS selectors break with every minor UI adjustment.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6350" y="4371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F54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00188" y="43434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diverted from actual testing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876800"/>
            <a:ext cx="6515100" cy="1524000"/>
          </a:xfrm>
          <a:custGeom>
            <a:avLst/>
            <a:gdLst/>
            <a:ahLst/>
            <a:cxnLst/>
            <a:rect l="l" t="t" r="r" b="b"/>
            <a:pathLst>
              <a:path w="6515100" h="1524000">
                <a:moveTo>
                  <a:pt x="152400" y="0"/>
                </a:moveTo>
                <a:lnTo>
                  <a:pt x="6362700" y="0"/>
                </a:lnTo>
                <a:cubicBezTo>
                  <a:pt x="6446812" y="0"/>
                  <a:pt x="6515100" y="68288"/>
                  <a:pt x="6515100" y="152400"/>
                </a:cubicBezTo>
                <a:lnTo>
                  <a:pt x="6515100" y="1371600"/>
                </a:lnTo>
                <a:cubicBezTo>
                  <a:pt x="6515100" y="1455712"/>
                  <a:pt x="6446812" y="1524000"/>
                  <a:pt x="6362700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" y="5067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55DFC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2475" y="5219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4288" y="0"/>
                </a:moveTo>
                <a:cubicBezTo>
                  <a:pt x="6385" y="0"/>
                  <a:pt x="0" y="6385"/>
                  <a:pt x="0" y="14288"/>
                </a:cubicBezTo>
                <a:cubicBezTo>
                  <a:pt x="0" y="22190"/>
                  <a:pt x="6385" y="28575"/>
                  <a:pt x="14288" y="28575"/>
                </a:cubicBezTo>
                <a:lnTo>
                  <a:pt x="14288" y="33486"/>
                </a:lnTo>
                <a:cubicBezTo>
                  <a:pt x="14288" y="52417"/>
                  <a:pt x="21833" y="70589"/>
                  <a:pt x="35228" y="83984"/>
                </a:cubicBezTo>
                <a:lnTo>
                  <a:pt x="65544" y="114300"/>
                </a:lnTo>
                <a:lnTo>
                  <a:pt x="35228" y="144616"/>
                </a:lnTo>
                <a:cubicBezTo>
                  <a:pt x="21833" y="158011"/>
                  <a:pt x="14288" y="176183"/>
                  <a:pt x="14288" y="195114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157163" y="228600"/>
                </a:lnTo>
                <a:cubicBezTo>
                  <a:pt x="165065" y="228600"/>
                  <a:pt x="171450" y="222215"/>
                  <a:pt x="171450" y="214313"/>
                </a:cubicBezTo>
                <a:cubicBezTo>
                  <a:pt x="171450" y="206410"/>
                  <a:pt x="165065" y="200025"/>
                  <a:pt x="157163" y="200025"/>
                </a:cubicBezTo>
                <a:lnTo>
                  <a:pt x="157163" y="195114"/>
                </a:lnTo>
                <a:cubicBezTo>
                  <a:pt x="157163" y="176183"/>
                  <a:pt x="149617" y="158011"/>
                  <a:pt x="136222" y="144616"/>
                </a:cubicBezTo>
                <a:lnTo>
                  <a:pt x="105906" y="114300"/>
                </a:lnTo>
                <a:lnTo>
                  <a:pt x="136222" y="83984"/>
                </a:lnTo>
                <a:cubicBezTo>
                  <a:pt x="149617" y="70589"/>
                  <a:pt x="157163" y="52417"/>
                  <a:pt x="157163" y="33486"/>
                </a:cubicBezTo>
                <a:lnTo>
                  <a:pt x="157163" y="28575"/>
                </a:lnTo>
                <a:cubicBezTo>
                  <a:pt x="165065" y="28575"/>
                  <a:pt x="171450" y="22190"/>
                  <a:pt x="171450" y="14287"/>
                </a:cubicBezTo>
                <a:cubicBezTo>
                  <a:pt x="171450" y="6385"/>
                  <a:pt x="165065" y="0"/>
                  <a:pt x="157163" y="0"/>
                </a:cubicBezTo>
                <a:lnTo>
                  <a:pt x="14288" y="0"/>
                </a:lnTo>
                <a:close/>
                <a:moveTo>
                  <a:pt x="42863" y="33486"/>
                </a:moveTo>
                <a:lnTo>
                  <a:pt x="42863" y="28575"/>
                </a:lnTo>
                <a:lnTo>
                  <a:pt x="128588" y="28575"/>
                </a:lnTo>
                <a:lnTo>
                  <a:pt x="128588" y="33486"/>
                </a:lnTo>
                <a:cubicBezTo>
                  <a:pt x="128588" y="41970"/>
                  <a:pt x="126087" y="50185"/>
                  <a:pt x="121444" y="57150"/>
                </a:cubicBezTo>
                <a:lnTo>
                  <a:pt x="50006" y="57150"/>
                </a:lnTo>
                <a:cubicBezTo>
                  <a:pt x="45407" y="50185"/>
                  <a:pt x="42863" y="41970"/>
                  <a:pt x="42863" y="33486"/>
                </a:cubicBezTo>
                <a:close/>
                <a:moveTo>
                  <a:pt x="50006" y="171450"/>
                </a:moveTo>
                <a:cubicBezTo>
                  <a:pt x="51569" y="169084"/>
                  <a:pt x="53400" y="166851"/>
                  <a:pt x="55409" y="164797"/>
                </a:cubicBezTo>
                <a:lnTo>
                  <a:pt x="85725" y="134481"/>
                </a:lnTo>
                <a:lnTo>
                  <a:pt x="116041" y="164797"/>
                </a:lnTo>
                <a:cubicBezTo>
                  <a:pt x="118095" y="166851"/>
                  <a:pt x="119881" y="169084"/>
                  <a:pt x="121488" y="171450"/>
                </a:cubicBezTo>
                <a:lnTo>
                  <a:pt x="50006" y="17145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57300" y="5067300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Release Delays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57300" y="54102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cannot start until code is "stable," delaying the feedback loop. Testing becomes a post-development bottleneck rather than a continuous process.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9681" y="60483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6669" y="25003"/>
                </a:moveTo>
                <a:cubicBezTo>
                  <a:pt x="16669" y="15809"/>
                  <a:pt x="24144" y="8334"/>
                  <a:pt x="33337" y="8334"/>
                </a:cubicBezTo>
                <a:lnTo>
                  <a:pt x="108347" y="8334"/>
                </a:lnTo>
                <a:cubicBezTo>
                  <a:pt x="117541" y="8334"/>
                  <a:pt x="125016" y="15809"/>
                  <a:pt x="125016" y="25003"/>
                </a:cubicBezTo>
                <a:lnTo>
                  <a:pt x="125016" y="33337"/>
                </a:lnTo>
                <a:lnTo>
                  <a:pt x="138220" y="33337"/>
                </a:lnTo>
                <a:cubicBezTo>
                  <a:pt x="142648" y="33337"/>
                  <a:pt x="146893" y="35083"/>
                  <a:pt x="150019" y="38208"/>
                </a:cubicBezTo>
                <a:lnTo>
                  <a:pt x="161817" y="50006"/>
                </a:lnTo>
                <a:cubicBezTo>
                  <a:pt x="164942" y="53132"/>
                  <a:pt x="166688" y="57377"/>
                  <a:pt x="166688" y="61805"/>
                </a:cubicBezTo>
                <a:lnTo>
                  <a:pt x="166688" y="100013"/>
                </a:lnTo>
                <a:cubicBezTo>
                  <a:pt x="166688" y="109206"/>
                  <a:pt x="159213" y="116681"/>
                  <a:pt x="150019" y="116681"/>
                </a:cubicBezTo>
                <a:lnTo>
                  <a:pt x="149159" y="116681"/>
                </a:lnTo>
                <a:cubicBezTo>
                  <a:pt x="146451" y="126292"/>
                  <a:pt x="137595" y="133350"/>
                  <a:pt x="127099" y="133350"/>
                </a:cubicBezTo>
                <a:cubicBezTo>
                  <a:pt x="116603" y="133350"/>
                  <a:pt x="107774" y="126292"/>
                  <a:pt x="105039" y="116681"/>
                </a:cubicBezTo>
                <a:lnTo>
                  <a:pt x="78317" y="116681"/>
                </a:lnTo>
                <a:cubicBezTo>
                  <a:pt x="75608" y="126292"/>
                  <a:pt x="66753" y="133350"/>
                  <a:pt x="56257" y="133350"/>
                </a:cubicBezTo>
                <a:cubicBezTo>
                  <a:pt x="45761" y="133350"/>
                  <a:pt x="36932" y="126292"/>
                  <a:pt x="34197" y="116681"/>
                </a:cubicBezTo>
                <a:lnTo>
                  <a:pt x="33338" y="116681"/>
                </a:lnTo>
                <a:cubicBezTo>
                  <a:pt x="24144" y="116681"/>
                  <a:pt x="16669" y="109206"/>
                  <a:pt x="16669" y="100013"/>
                </a:cubicBez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84724"/>
                  <a:pt x="0" y="81260"/>
                </a:cubicBezTo>
                <a:cubicBezTo>
                  <a:pt x="0" y="77796"/>
                  <a:pt x="2787" y="75009"/>
                  <a:pt x="6251" y="75009"/>
                </a:cubicBezTo>
                <a:lnTo>
                  <a:pt x="35421" y="75009"/>
                </a:lnTo>
                <a:cubicBezTo>
                  <a:pt x="38885" y="75009"/>
                  <a:pt x="41672" y="72223"/>
                  <a:pt x="41672" y="68759"/>
                </a:cubicBezTo>
                <a:cubicBezTo>
                  <a:pt x="41672" y="65295"/>
                  <a:pt x="38885" y="62508"/>
                  <a:pt x="35421" y="62508"/>
                </a:cubicBezTo>
                <a:lnTo>
                  <a:pt x="6251" y="62508"/>
                </a:lnTo>
                <a:cubicBezTo>
                  <a:pt x="2787" y="62508"/>
                  <a:pt x="0" y="59721"/>
                  <a:pt x="0" y="56257"/>
                </a:cubicBezTo>
                <a:cubicBezTo>
                  <a:pt x="0" y="52793"/>
                  <a:pt x="2787" y="50006"/>
                  <a:pt x="6251" y="50006"/>
                </a:cubicBezTo>
                <a:lnTo>
                  <a:pt x="52090" y="50006"/>
                </a:lnTo>
                <a:cubicBezTo>
                  <a:pt x="55554" y="50006"/>
                  <a:pt x="58341" y="47219"/>
                  <a:pt x="58341" y="43755"/>
                </a:cubicBezTo>
                <a:cubicBezTo>
                  <a:pt x="58341" y="40291"/>
                  <a:pt x="55554" y="37505"/>
                  <a:pt x="52090" y="37505"/>
                </a:cubicBezTo>
                <a:lnTo>
                  <a:pt x="6251" y="37505"/>
                </a:lnTo>
                <a:cubicBezTo>
                  <a:pt x="2787" y="37505"/>
                  <a:pt x="0" y="34718"/>
                  <a:pt x="0" y="31254"/>
                </a:cubicBezTo>
                <a:cubicBezTo>
                  <a:pt x="0" y="27790"/>
                  <a:pt x="2787" y="25003"/>
                  <a:pt x="6251" y="25003"/>
                </a:cubicBezTo>
                <a:lnTo>
                  <a:pt x="16669" y="25003"/>
                </a:lnTo>
                <a:close/>
                <a:moveTo>
                  <a:pt x="150019" y="75009"/>
                </a:moveTo>
                <a:lnTo>
                  <a:pt x="150019" y="61805"/>
                </a:lnTo>
                <a:lnTo>
                  <a:pt x="138220" y="50006"/>
                </a:lnTo>
                <a:lnTo>
                  <a:pt x="125016" y="50006"/>
                </a:lnTo>
                <a:lnTo>
                  <a:pt x="125016" y="75009"/>
                </a:lnTo>
                <a:lnTo>
                  <a:pt x="150019" y="75009"/>
                </a:lnTo>
                <a:close/>
                <a:moveTo>
                  <a:pt x="66675" y="110430"/>
                </a:moveTo>
                <a:cubicBezTo>
                  <a:pt x="66675" y="104681"/>
                  <a:pt x="62007" y="100013"/>
                  <a:pt x="56257" y="100013"/>
                </a:cubicBezTo>
                <a:cubicBezTo>
                  <a:pt x="50507" y="100013"/>
                  <a:pt x="45839" y="104681"/>
                  <a:pt x="45839" y="110430"/>
                </a:cubicBezTo>
                <a:cubicBezTo>
                  <a:pt x="45839" y="116180"/>
                  <a:pt x="50507" y="120848"/>
                  <a:pt x="56257" y="120848"/>
                </a:cubicBezTo>
                <a:cubicBezTo>
                  <a:pt x="62007" y="120848"/>
                  <a:pt x="66675" y="116180"/>
                  <a:pt x="66675" y="110430"/>
                </a:cubicBezTo>
                <a:close/>
                <a:moveTo>
                  <a:pt x="127099" y="120848"/>
                </a:moveTo>
                <a:cubicBezTo>
                  <a:pt x="132849" y="120848"/>
                  <a:pt x="137517" y="116180"/>
                  <a:pt x="137517" y="110430"/>
                </a:cubicBezTo>
                <a:cubicBezTo>
                  <a:pt x="137517" y="104681"/>
                  <a:pt x="132849" y="100013"/>
                  <a:pt x="127099" y="100013"/>
                </a:cubicBezTo>
                <a:cubicBezTo>
                  <a:pt x="121349" y="100013"/>
                  <a:pt x="116681" y="104681"/>
                  <a:pt x="116681" y="110430"/>
                </a:cubicBezTo>
                <a:cubicBezTo>
                  <a:pt x="116681" y="116180"/>
                  <a:pt x="121349" y="120848"/>
                  <a:pt x="127099" y="12084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00188" y="6019800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Shift-Right instead of Shift-Left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524000"/>
            <a:ext cx="4724400" cy="5124450"/>
          </a:xfrm>
          <a:custGeom>
            <a:avLst/>
            <a:gdLst/>
            <a:ahLst/>
            <a:cxnLst/>
            <a:rect l="l" t="t" r="r" b="b"/>
            <a:pathLst>
              <a:path w="4724400" h="5124450">
                <a:moveTo>
                  <a:pt x="152409" y="0"/>
                </a:moveTo>
                <a:lnTo>
                  <a:pt x="4571991" y="0"/>
                </a:lnTo>
                <a:cubicBezTo>
                  <a:pt x="4656108" y="0"/>
                  <a:pt x="4724400" y="68292"/>
                  <a:pt x="4724400" y="152409"/>
                </a:cubicBezTo>
                <a:lnTo>
                  <a:pt x="4724400" y="4972041"/>
                </a:lnTo>
                <a:cubicBezTo>
                  <a:pt x="4724400" y="5056214"/>
                  <a:pt x="4656164" y="5124450"/>
                  <a:pt x="4571991" y="5124450"/>
                </a:cubicBezTo>
                <a:lnTo>
                  <a:pt x="152409" y="5124450"/>
                </a:lnTo>
                <a:cubicBezTo>
                  <a:pt x="68292" y="5124450"/>
                  <a:pt x="0" y="5056158"/>
                  <a:pt x="0" y="497204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9475" y="17145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Tester Time Allocation</a:t>
            </a:r>
            <a:endParaRPr lang="en-US" sz="1600" dirty="0"/>
          </a:p>
        </p:txBody>
      </p:sp>
      <p:pic>
        <p:nvPicPr>
          <p:cNvPr id="28" name="Image 0" descr="https://kimi-img.moonshot.cn/pub/slides/26-01-30-23:39:55-d5ud1ivb6fispi35103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77100" y="2133600"/>
            <a:ext cx="4343400" cy="2400300"/>
          </a:xfrm>
          <a:prstGeom prst="roundRect">
            <a:avLst>
              <a:gd name="adj" fmla="val 0"/>
            </a:avLst>
          </a:prstGeom>
        </p:spPr>
      </p:pic>
      <p:sp>
        <p:nvSpPr>
          <p:cNvPr id="29" name="Shape 26"/>
          <p:cNvSpPr/>
          <p:nvPr/>
        </p:nvSpPr>
        <p:spPr>
          <a:xfrm>
            <a:off x="7281863" y="4691063"/>
            <a:ext cx="4333875" cy="504825"/>
          </a:xfrm>
          <a:custGeom>
            <a:avLst/>
            <a:gdLst/>
            <a:ahLst/>
            <a:cxnLst/>
            <a:rect l="l" t="t" r="r" b="b"/>
            <a:pathLst>
              <a:path w="4333875" h="504825">
                <a:moveTo>
                  <a:pt x="114302" y="0"/>
                </a:moveTo>
                <a:lnTo>
                  <a:pt x="4219573" y="0"/>
                </a:lnTo>
                <a:cubicBezTo>
                  <a:pt x="4282700" y="0"/>
                  <a:pt x="4333875" y="51175"/>
                  <a:pt x="4333875" y="114302"/>
                </a:cubicBezTo>
                <a:lnTo>
                  <a:pt x="4333875" y="390523"/>
                </a:lnTo>
                <a:cubicBezTo>
                  <a:pt x="4333875" y="453650"/>
                  <a:pt x="4282700" y="504825"/>
                  <a:pt x="42195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400925" y="48863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91425" y="48482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150054" y="481012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281863" y="5319713"/>
            <a:ext cx="4333875" cy="504825"/>
          </a:xfrm>
          <a:custGeom>
            <a:avLst/>
            <a:gdLst/>
            <a:ahLst/>
            <a:cxnLst/>
            <a:rect l="l" t="t" r="r" b="b"/>
            <a:pathLst>
              <a:path w="4333875" h="504825">
                <a:moveTo>
                  <a:pt x="114302" y="0"/>
                </a:moveTo>
                <a:lnTo>
                  <a:pt x="4219573" y="0"/>
                </a:lnTo>
                <a:cubicBezTo>
                  <a:pt x="4282700" y="0"/>
                  <a:pt x="4333875" y="51175"/>
                  <a:pt x="4333875" y="114302"/>
                </a:cubicBezTo>
                <a:lnTo>
                  <a:pt x="4333875" y="390523"/>
                </a:lnTo>
                <a:cubicBezTo>
                  <a:pt x="4333875" y="453650"/>
                  <a:pt x="4282700" y="504825"/>
                  <a:pt x="42195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7ED"/>
          </a:solidFill>
          <a:ln w="12700">
            <a:solidFill>
              <a:srgbClr val="FFE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400925" y="5514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591425" y="547687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 Writing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162258" y="5438775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281863" y="5948363"/>
            <a:ext cx="4333875" cy="504825"/>
          </a:xfrm>
          <a:custGeom>
            <a:avLst/>
            <a:gdLst/>
            <a:ahLst/>
            <a:cxnLst/>
            <a:rect l="l" t="t" r="r" b="b"/>
            <a:pathLst>
              <a:path w="4333875" h="504825">
                <a:moveTo>
                  <a:pt x="114302" y="0"/>
                </a:moveTo>
                <a:lnTo>
                  <a:pt x="4219573" y="0"/>
                </a:lnTo>
                <a:cubicBezTo>
                  <a:pt x="4282700" y="0"/>
                  <a:pt x="4333875" y="51175"/>
                  <a:pt x="4333875" y="114302"/>
                </a:cubicBezTo>
                <a:lnTo>
                  <a:pt x="4333875" y="390523"/>
                </a:lnTo>
                <a:cubicBezTo>
                  <a:pt x="4333875" y="453650"/>
                  <a:pt x="4282700" y="504825"/>
                  <a:pt x="42195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400925" y="6143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591425" y="610552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Testing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160919" y="6067425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dbb99259b6b5604d5d4f4972070215a97ede865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709738"/>
            <a:ext cx="1924050" cy="466725"/>
          </a:xfrm>
          <a:custGeom>
            <a:avLst/>
            <a:gdLst/>
            <a:ahLst/>
            <a:cxnLst/>
            <a:rect l="l" t="t" r="r" b="b"/>
            <a:pathLst>
              <a:path w="1924050" h="466725">
                <a:moveTo>
                  <a:pt x="233362" y="0"/>
                </a:moveTo>
                <a:lnTo>
                  <a:pt x="1690688" y="0"/>
                </a:lnTo>
                <a:cubicBezTo>
                  <a:pt x="1819484" y="0"/>
                  <a:pt x="1924050" y="104566"/>
                  <a:pt x="1924050" y="233362"/>
                </a:cubicBezTo>
                <a:lnTo>
                  <a:pt x="1924050" y="233362"/>
                </a:lnTo>
                <a:cubicBezTo>
                  <a:pt x="1924050" y="362159"/>
                  <a:pt x="1819484" y="466725"/>
                  <a:pt x="1690688" y="466725"/>
                </a:cubicBezTo>
                <a:lnTo>
                  <a:pt x="233362" y="466725"/>
                </a:lnTo>
                <a:cubicBezTo>
                  <a:pt x="104566" y="466725"/>
                  <a:pt x="0" y="362159"/>
                  <a:pt x="0" y="233363"/>
                </a:cubicBezTo>
                <a:lnTo>
                  <a:pt x="0" y="233362"/>
                </a:lnTo>
                <a:cubicBezTo>
                  <a:pt x="0" y="104566"/>
                  <a:pt x="104566" y="0"/>
                  <a:pt x="2333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790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7858" y="18288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63842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242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AetherTest — Zero-Touch AI Testing Platform that orchestrates the entire STLC autonomously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19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19200" y="492442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Autonomous Layers Working in Harmony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AetherTest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autonomous layers orchestrating end-to-end testing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4305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5430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771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55DFC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8188" y="1924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48801"/>
                </a:moveTo>
                <a:lnTo>
                  <a:pt x="114300" y="142875"/>
                </a:lnTo>
                <a:cubicBezTo>
                  <a:pt x="114300" y="150778"/>
                  <a:pt x="107915" y="157163"/>
                  <a:pt x="100013" y="157163"/>
                </a:cubicBezTo>
                <a:cubicBezTo>
                  <a:pt x="92110" y="157163"/>
                  <a:pt x="85725" y="150778"/>
                  <a:pt x="85725" y="142875"/>
                </a:cubicBezTo>
                <a:lnTo>
                  <a:pt x="85725" y="48801"/>
                </a:lnTo>
                <a:lnTo>
                  <a:pt x="67241" y="67285"/>
                </a:lnTo>
                <a:cubicBezTo>
                  <a:pt x="61659" y="72866"/>
                  <a:pt x="52596" y="72866"/>
                  <a:pt x="47015" y="67285"/>
                </a:cubicBezTo>
                <a:cubicBezTo>
                  <a:pt x="41434" y="61704"/>
                  <a:pt x="41434" y="52641"/>
                  <a:pt x="47015" y="47059"/>
                </a:cubicBezTo>
                <a:lnTo>
                  <a:pt x="89877" y="4197"/>
                </a:lnTo>
                <a:cubicBezTo>
                  <a:pt x="95458" y="-1384"/>
                  <a:pt x="104522" y="-1384"/>
                  <a:pt x="110103" y="4197"/>
                </a:cubicBezTo>
                <a:lnTo>
                  <a:pt x="152966" y="47059"/>
                </a:lnTo>
                <a:cubicBezTo>
                  <a:pt x="158547" y="52641"/>
                  <a:pt x="158547" y="61704"/>
                  <a:pt x="152966" y="67285"/>
                </a:cubicBezTo>
                <a:cubicBezTo>
                  <a:pt x="147384" y="72866"/>
                  <a:pt x="138321" y="72866"/>
                  <a:pt x="132740" y="67285"/>
                </a:cubicBezTo>
                <a:lnTo>
                  <a:pt x="114300" y="48801"/>
                </a:lnTo>
                <a:close/>
                <a:moveTo>
                  <a:pt x="100013" y="178594"/>
                </a:moveTo>
                <a:cubicBezTo>
                  <a:pt x="119747" y="178594"/>
                  <a:pt x="135731" y="162610"/>
                  <a:pt x="135731" y="142875"/>
                </a:cubicBezTo>
                <a:lnTo>
                  <a:pt x="171450" y="142875"/>
                </a:lnTo>
                <a:cubicBezTo>
                  <a:pt x="187211" y="142875"/>
                  <a:pt x="200025" y="155689"/>
                  <a:pt x="200025" y="1714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71450"/>
                </a:lnTo>
                <a:cubicBezTo>
                  <a:pt x="0" y="155689"/>
                  <a:pt x="12814" y="142875"/>
                  <a:pt x="28575" y="142875"/>
                </a:cubicBezTo>
                <a:lnTo>
                  <a:pt x="64294" y="142875"/>
                </a:lnTo>
                <a:cubicBezTo>
                  <a:pt x="64294" y="162610"/>
                  <a:pt x="80278" y="178594"/>
                  <a:pt x="100013" y="178594"/>
                </a:cubicBezTo>
                <a:close/>
                <a:moveTo>
                  <a:pt x="164306" y="189309"/>
                </a:moveTo>
                <a:cubicBezTo>
                  <a:pt x="170220" y="189309"/>
                  <a:pt x="175022" y="184508"/>
                  <a:pt x="175022" y="178594"/>
                </a:cubicBezTo>
                <a:cubicBezTo>
                  <a:pt x="175022" y="172680"/>
                  <a:pt x="170220" y="167878"/>
                  <a:pt x="164306" y="167878"/>
                </a:cubicBezTo>
                <a:cubicBezTo>
                  <a:pt x="158392" y="167878"/>
                  <a:pt x="153591" y="172680"/>
                  <a:pt x="153591" y="178594"/>
                </a:cubicBezTo>
                <a:cubicBezTo>
                  <a:pt x="153591" y="184508"/>
                  <a:pt x="158392" y="189309"/>
                  <a:pt x="164306" y="1893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57300" y="1752600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57300" y="1752600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2019300"/>
            <a:ext cx="1819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Intake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4384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upload testing inputs through a unified interface. The system accepts multiple source formats and prepares them for cognitive processing.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21945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76202" y="0"/>
                </a:moveTo>
                <a:lnTo>
                  <a:pt x="1628773" y="0"/>
                </a:lnTo>
                <a:cubicBezTo>
                  <a:pt x="1670858" y="0"/>
                  <a:pt x="1704975" y="34117"/>
                  <a:pt x="1704975" y="76202"/>
                </a:cubicBezTo>
                <a:lnTo>
                  <a:pt x="1704975" y="457198"/>
                </a:lnTo>
                <a:cubicBezTo>
                  <a:pt x="1704975" y="499283"/>
                  <a:pt x="1670858" y="533400"/>
                  <a:pt x="16287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39007" y="3314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5285" y="0"/>
                </a:moveTo>
                <a:cubicBezTo>
                  <a:pt x="141714" y="0"/>
                  <a:pt x="147876" y="2545"/>
                  <a:pt x="152396" y="7099"/>
                </a:cubicBezTo>
                <a:lnTo>
                  <a:pt x="164351" y="19054"/>
                </a:lnTo>
                <a:cubicBezTo>
                  <a:pt x="168905" y="23574"/>
                  <a:pt x="171450" y="29736"/>
                  <a:pt x="171450" y="36165"/>
                </a:cubicBezTo>
                <a:cubicBezTo>
                  <a:pt x="171450" y="42595"/>
                  <a:pt x="168905" y="48756"/>
                  <a:pt x="164351" y="53277"/>
                </a:cubicBezTo>
                <a:lnTo>
                  <a:pt x="149316" y="68312"/>
                </a:lnTo>
                <a:lnTo>
                  <a:pt x="103138" y="22134"/>
                </a:lnTo>
                <a:lnTo>
                  <a:pt x="118173" y="7099"/>
                </a:lnTo>
                <a:cubicBezTo>
                  <a:pt x="122694" y="2545"/>
                  <a:pt x="128855" y="0"/>
                  <a:pt x="135285" y="0"/>
                </a:cubicBezTo>
                <a:close/>
                <a:moveTo>
                  <a:pt x="19723" y="105515"/>
                </a:moveTo>
                <a:lnTo>
                  <a:pt x="91786" y="33486"/>
                </a:lnTo>
                <a:lnTo>
                  <a:pt x="137964" y="79664"/>
                </a:lnTo>
                <a:lnTo>
                  <a:pt x="65935" y="151727"/>
                </a:lnTo>
                <a:cubicBezTo>
                  <a:pt x="62352" y="155310"/>
                  <a:pt x="57864" y="157922"/>
                  <a:pt x="52975" y="159294"/>
                </a:cubicBezTo>
                <a:lnTo>
                  <a:pt x="10180" y="171149"/>
                </a:lnTo>
                <a:cubicBezTo>
                  <a:pt x="7400" y="171919"/>
                  <a:pt x="4387" y="171149"/>
                  <a:pt x="2344" y="169072"/>
                </a:cubicBezTo>
                <a:cubicBezTo>
                  <a:pt x="301" y="166996"/>
                  <a:pt x="-502" y="164016"/>
                  <a:pt x="268" y="161237"/>
                </a:cubicBezTo>
                <a:lnTo>
                  <a:pt x="12189" y="118475"/>
                </a:lnTo>
                <a:cubicBezTo>
                  <a:pt x="13562" y="113586"/>
                  <a:pt x="16140" y="109132"/>
                  <a:pt x="19757" y="105515"/>
                </a:cubicBezTo>
                <a:close/>
                <a:moveTo>
                  <a:pt x="75478" y="27057"/>
                </a:moveTo>
                <a:lnTo>
                  <a:pt x="27057" y="75478"/>
                </a:lnTo>
                <a:lnTo>
                  <a:pt x="3918" y="52339"/>
                </a:lnTo>
                <a:cubicBezTo>
                  <a:pt x="-1306" y="47115"/>
                  <a:pt x="-1306" y="38643"/>
                  <a:pt x="3918" y="33386"/>
                </a:cubicBezTo>
                <a:lnTo>
                  <a:pt x="33386" y="3918"/>
                </a:lnTo>
                <a:cubicBezTo>
                  <a:pt x="38610" y="-1306"/>
                  <a:pt x="47082" y="-1306"/>
                  <a:pt x="52339" y="3918"/>
                </a:cubicBezTo>
                <a:lnTo>
                  <a:pt x="54315" y="5894"/>
                </a:lnTo>
                <a:lnTo>
                  <a:pt x="35462" y="24746"/>
                </a:lnTo>
                <a:cubicBezTo>
                  <a:pt x="32850" y="27358"/>
                  <a:pt x="32850" y="31611"/>
                  <a:pt x="35462" y="34223"/>
                </a:cubicBezTo>
                <a:cubicBezTo>
                  <a:pt x="38074" y="36835"/>
                  <a:pt x="42327" y="36835"/>
                  <a:pt x="44939" y="34223"/>
                </a:cubicBezTo>
                <a:lnTo>
                  <a:pt x="63791" y="15370"/>
                </a:lnTo>
                <a:lnTo>
                  <a:pt x="75478" y="27057"/>
                </a:lnTo>
                <a:close/>
                <a:moveTo>
                  <a:pt x="144393" y="95972"/>
                </a:moveTo>
                <a:lnTo>
                  <a:pt x="156080" y="107659"/>
                </a:lnTo>
                <a:lnTo>
                  <a:pt x="137227" y="126511"/>
                </a:lnTo>
                <a:cubicBezTo>
                  <a:pt x="134615" y="129123"/>
                  <a:pt x="134615" y="133376"/>
                  <a:pt x="137227" y="135988"/>
                </a:cubicBezTo>
                <a:cubicBezTo>
                  <a:pt x="139839" y="138600"/>
                  <a:pt x="144092" y="138600"/>
                  <a:pt x="146704" y="135988"/>
                </a:cubicBezTo>
                <a:lnTo>
                  <a:pt x="165556" y="117135"/>
                </a:lnTo>
                <a:lnTo>
                  <a:pt x="167532" y="119111"/>
                </a:lnTo>
                <a:cubicBezTo>
                  <a:pt x="172756" y="124335"/>
                  <a:pt x="172756" y="132807"/>
                  <a:pt x="167532" y="138064"/>
                </a:cubicBezTo>
                <a:lnTo>
                  <a:pt x="138064" y="167532"/>
                </a:lnTo>
                <a:cubicBezTo>
                  <a:pt x="132840" y="172756"/>
                  <a:pt x="124368" y="172756"/>
                  <a:pt x="119111" y="167532"/>
                </a:cubicBezTo>
                <a:lnTo>
                  <a:pt x="95972" y="144393"/>
                </a:lnTo>
                <a:lnTo>
                  <a:pt x="144393" y="9597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125" y="3524250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 URL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49401" y="321945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76202" y="0"/>
                </a:moveTo>
                <a:lnTo>
                  <a:pt x="1628773" y="0"/>
                </a:lnTo>
                <a:cubicBezTo>
                  <a:pt x="1670858" y="0"/>
                  <a:pt x="1704975" y="34117"/>
                  <a:pt x="1704975" y="76202"/>
                </a:cubicBezTo>
                <a:lnTo>
                  <a:pt x="1704975" y="457198"/>
                </a:lnTo>
                <a:cubicBezTo>
                  <a:pt x="1704975" y="499283"/>
                  <a:pt x="1670858" y="533400"/>
                  <a:pt x="16287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6192" y="33147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0"/>
                </a:moveTo>
                <a:cubicBezTo>
                  <a:pt x="20326" y="0"/>
                  <a:pt x="10716" y="9611"/>
                  <a:pt x="10716" y="21431"/>
                </a:cubicBezTo>
                <a:lnTo>
                  <a:pt x="10716" y="150019"/>
                </a:lnTo>
                <a:cubicBezTo>
                  <a:pt x="10716" y="161839"/>
                  <a:pt x="20326" y="171450"/>
                  <a:pt x="32147" y="171450"/>
                </a:cubicBezTo>
                <a:lnTo>
                  <a:pt x="58936" y="171450"/>
                </a:lnTo>
                <a:lnTo>
                  <a:pt x="58936" y="133945"/>
                </a:lnTo>
                <a:cubicBezTo>
                  <a:pt x="58936" y="122125"/>
                  <a:pt x="68547" y="112514"/>
                  <a:pt x="80367" y="112514"/>
                </a:cubicBezTo>
                <a:lnTo>
                  <a:pt x="139303" y="112514"/>
                </a:lnTo>
                <a:lnTo>
                  <a:pt x="139303" y="57094"/>
                </a:lnTo>
                <a:cubicBezTo>
                  <a:pt x="139303" y="51402"/>
                  <a:pt x="137060" y="45943"/>
                  <a:pt x="133041" y="41925"/>
                </a:cubicBezTo>
                <a:lnTo>
                  <a:pt x="97345" y="6262"/>
                </a:lnTo>
                <a:cubicBezTo>
                  <a:pt x="93326" y="2244"/>
                  <a:pt x="87902" y="0"/>
                  <a:pt x="82209" y="0"/>
                </a:cubicBezTo>
                <a:lnTo>
                  <a:pt x="32147" y="0"/>
                </a:lnTo>
                <a:close/>
                <a:moveTo>
                  <a:pt x="119714" y="58936"/>
                </a:moveTo>
                <a:lnTo>
                  <a:pt x="88404" y="58936"/>
                </a:lnTo>
                <a:cubicBezTo>
                  <a:pt x="83950" y="58936"/>
                  <a:pt x="80367" y="55353"/>
                  <a:pt x="80367" y="50899"/>
                </a:cubicBezTo>
                <a:lnTo>
                  <a:pt x="80367" y="19590"/>
                </a:lnTo>
                <a:lnTo>
                  <a:pt x="119714" y="58936"/>
                </a:lnTo>
                <a:close/>
                <a:moveTo>
                  <a:pt x="80367" y="127248"/>
                </a:moveTo>
                <a:cubicBezTo>
                  <a:pt x="76684" y="127248"/>
                  <a:pt x="73670" y="130262"/>
                  <a:pt x="73670" y="133945"/>
                </a:cubicBezTo>
                <a:lnTo>
                  <a:pt x="73670" y="176808"/>
                </a:lnTo>
                <a:cubicBezTo>
                  <a:pt x="73670" y="180491"/>
                  <a:pt x="76684" y="183505"/>
                  <a:pt x="80367" y="183505"/>
                </a:cubicBezTo>
                <a:cubicBezTo>
                  <a:pt x="84051" y="183505"/>
                  <a:pt x="87064" y="180491"/>
                  <a:pt x="87064" y="176808"/>
                </a:cubicBezTo>
                <a:lnTo>
                  <a:pt x="87064" y="167432"/>
                </a:lnTo>
                <a:lnTo>
                  <a:pt x="91083" y="167432"/>
                </a:lnTo>
                <a:cubicBezTo>
                  <a:pt x="102167" y="167432"/>
                  <a:pt x="111175" y="158424"/>
                  <a:pt x="111175" y="147340"/>
                </a:cubicBezTo>
                <a:cubicBezTo>
                  <a:pt x="111175" y="136256"/>
                  <a:pt x="102167" y="127248"/>
                  <a:pt x="91083" y="127248"/>
                </a:cubicBezTo>
                <a:lnTo>
                  <a:pt x="80367" y="127248"/>
                </a:lnTo>
                <a:close/>
                <a:moveTo>
                  <a:pt x="91083" y="154037"/>
                </a:moveTo>
                <a:lnTo>
                  <a:pt x="87064" y="154037"/>
                </a:lnTo>
                <a:lnTo>
                  <a:pt x="87064" y="140643"/>
                </a:lnTo>
                <a:lnTo>
                  <a:pt x="91083" y="140643"/>
                </a:lnTo>
                <a:cubicBezTo>
                  <a:pt x="94766" y="140643"/>
                  <a:pt x="97780" y="143656"/>
                  <a:pt x="97780" y="147340"/>
                </a:cubicBezTo>
                <a:cubicBezTo>
                  <a:pt x="97780" y="151023"/>
                  <a:pt x="94766" y="154037"/>
                  <a:pt x="91083" y="154037"/>
                </a:cubicBezTo>
                <a:close/>
                <a:moveTo>
                  <a:pt x="123230" y="127248"/>
                </a:moveTo>
                <a:cubicBezTo>
                  <a:pt x="119546" y="127248"/>
                  <a:pt x="116532" y="130262"/>
                  <a:pt x="116532" y="133945"/>
                </a:cubicBezTo>
                <a:lnTo>
                  <a:pt x="116532" y="176808"/>
                </a:lnTo>
                <a:cubicBezTo>
                  <a:pt x="116532" y="180491"/>
                  <a:pt x="119546" y="183505"/>
                  <a:pt x="123230" y="183505"/>
                </a:cubicBezTo>
                <a:lnTo>
                  <a:pt x="133945" y="183505"/>
                </a:lnTo>
                <a:cubicBezTo>
                  <a:pt x="143556" y="183505"/>
                  <a:pt x="151358" y="175703"/>
                  <a:pt x="151358" y="166092"/>
                </a:cubicBezTo>
                <a:lnTo>
                  <a:pt x="151358" y="144661"/>
                </a:lnTo>
                <a:cubicBezTo>
                  <a:pt x="151358" y="135050"/>
                  <a:pt x="143556" y="127248"/>
                  <a:pt x="133945" y="127248"/>
                </a:cubicBezTo>
                <a:lnTo>
                  <a:pt x="123230" y="127248"/>
                </a:lnTo>
                <a:close/>
                <a:moveTo>
                  <a:pt x="129927" y="170111"/>
                </a:moveTo>
                <a:lnTo>
                  <a:pt x="129927" y="140643"/>
                </a:lnTo>
                <a:lnTo>
                  <a:pt x="133945" y="140643"/>
                </a:lnTo>
                <a:cubicBezTo>
                  <a:pt x="136155" y="140643"/>
                  <a:pt x="137964" y="142451"/>
                  <a:pt x="137964" y="144661"/>
                </a:cubicBezTo>
                <a:lnTo>
                  <a:pt x="137964" y="166092"/>
                </a:lnTo>
                <a:cubicBezTo>
                  <a:pt x="137964" y="168302"/>
                  <a:pt x="136155" y="170111"/>
                  <a:pt x="133945" y="170111"/>
                </a:cubicBezTo>
                <a:lnTo>
                  <a:pt x="129927" y="170111"/>
                </a:lnTo>
                <a:close/>
                <a:moveTo>
                  <a:pt x="159395" y="133945"/>
                </a:moveTo>
                <a:lnTo>
                  <a:pt x="159395" y="176808"/>
                </a:lnTo>
                <a:cubicBezTo>
                  <a:pt x="159395" y="180491"/>
                  <a:pt x="162409" y="183505"/>
                  <a:pt x="166092" y="183505"/>
                </a:cubicBezTo>
                <a:cubicBezTo>
                  <a:pt x="169776" y="183505"/>
                  <a:pt x="172789" y="180491"/>
                  <a:pt x="172789" y="176808"/>
                </a:cubicBezTo>
                <a:lnTo>
                  <a:pt x="172789" y="162074"/>
                </a:lnTo>
                <a:lnTo>
                  <a:pt x="182166" y="162074"/>
                </a:lnTo>
                <a:cubicBezTo>
                  <a:pt x="185849" y="162074"/>
                  <a:pt x="188863" y="159060"/>
                  <a:pt x="188863" y="155377"/>
                </a:cubicBezTo>
                <a:cubicBezTo>
                  <a:pt x="188863" y="151693"/>
                  <a:pt x="185849" y="148679"/>
                  <a:pt x="182166" y="148679"/>
                </a:cubicBezTo>
                <a:lnTo>
                  <a:pt x="172789" y="148679"/>
                </a:lnTo>
                <a:lnTo>
                  <a:pt x="172789" y="140643"/>
                </a:lnTo>
                <a:lnTo>
                  <a:pt x="182166" y="140643"/>
                </a:lnTo>
                <a:cubicBezTo>
                  <a:pt x="185849" y="140643"/>
                  <a:pt x="188863" y="137629"/>
                  <a:pt x="188863" y="133945"/>
                </a:cubicBezTo>
                <a:cubicBezTo>
                  <a:pt x="188863" y="130262"/>
                  <a:pt x="185849" y="127248"/>
                  <a:pt x="182166" y="127248"/>
                </a:cubicBezTo>
                <a:lnTo>
                  <a:pt x="166092" y="127248"/>
                </a:lnTo>
                <a:cubicBezTo>
                  <a:pt x="162409" y="127248"/>
                  <a:pt x="159395" y="130262"/>
                  <a:pt x="159395" y="13394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97026" y="3524250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27450" y="3219450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76202" y="0"/>
                </a:moveTo>
                <a:lnTo>
                  <a:pt x="1628773" y="0"/>
                </a:lnTo>
                <a:cubicBezTo>
                  <a:pt x="1670858" y="0"/>
                  <a:pt x="1704975" y="34117"/>
                  <a:pt x="1704975" y="76202"/>
                </a:cubicBezTo>
                <a:lnTo>
                  <a:pt x="1704975" y="457198"/>
                </a:lnTo>
                <a:cubicBezTo>
                  <a:pt x="1704975" y="499283"/>
                  <a:pt x="1670858" y="533400"/>
                  <a:pt x="16287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4957" y="3314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75075" y="3524250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App URL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07670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1000" y="40767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" y="430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9810FA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3900" y="445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57300" y="4286250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190499"/>
                </a:lnTo>
                <a:cubicBezTo>
                  <a:pt x="666750" y="211542"/>
                  <a:pt x="649692" y="228600"/>
                  <a:pt x="628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57300" y="4286250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9810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7300" y="4552950"/>
            <a:ext cx="2181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Cognitive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972050"/>
            <a:ext cx="533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LLMs compare "Expected State" (Figma) with "Actual State" (Live Web URL). Automatically generates logical test cases in plain natural language.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6263" y="5929313"/>
            <a:ext cx="5248275" cy="352425"/>
          </a:xfrm>
          <a:custGeom>
            <a:avLst/>
            <a:gdLst/>
            <a:ahLst/>
            <a:cxnLst/>
            <a:rect l="l" t="t" r="r" b="b"/>
            <a:pathLst>
              <a:path w="5248275" h="352425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276224"/>
                </a:lnTo>
                <a:cubicBezTo>
                  <a:pt x="5248275" y="318309"/>
                  <a:pt x="5214159" y="352425"/>
                  <a:pt x="51720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AF5FF"/>
          </a:solidFill>
          <a:ln w="12700">
            <a:solidFill>
              <a:srgbClr val="E9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6275" y="602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3925" y="6010275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200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Vision-Language Intelligence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1543050"/>
            <a:ext cx="5638800" cy="2419350"/>
          </a:xfrm>
          <a:custGeom>
            <a:avLst/>
            <a:gdLst/>
            <a:ahLst/>
            <a:cxnLst/>
            <a:rect l="l" t="t" r="r" b="b"/>
            <a:pathLst>
              <a:path w="5638800" h="24193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266955"/>
                </a:lnTo>
                <a:cubicBezTo>
                  <a:pt x="5638800" y="2351064"/>
                  <a:pt x="5570514" y="2419350"/>
                  <a:pt x="5486405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0" y="15430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62700" y="1771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86525" y="19240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48500" y="1752600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190499"/>
                </a:lnTo>
                <a:cubicBezTo>
                  <a:pt x="666750" y="211542"/>
                  <a:pt x="649692" y="228600"/>
                  <a:pt x="628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48500" y="1752600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2019300"/>
            <a:ext cx="2219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Execution Layer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62700" y="24384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 using browser-use library navigates the live application like a human. Understands context, clicks buttons, fills forms, validates logic based on visual cues.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7463" y="3414713"/>
            <a:ext cx="5248275" cy="352425"/>
          </a:xfrm>
          <a:custGeom>
            <a:avLst/>
            <a:gdLst/>
            <a:ahLst/>
            <a:cxnLst/>
            <a:rect l="l" t="t" r="r" b="b"/>
            <a:pathLst>
              <a:path w="5248275" h="352425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276224"/>
                </a:lnTo>
                <a:cubicBezTo>
                  <a:pt x="5248275" y="318309"/>
                  <a:pt x="5214159" y="352425"/>
                  <a:pt x="51720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57950" y="35147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15125" y="349567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Visual-Based Interaction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407670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152395" y="0"/>
                </a:moveTo>
                <a:lnTo>
                  <a:pt x="5486405" y="0"/>
                </a:lnTo>
                <a:cubicBezTo>
                  <a:pt x="5570570" y="0"/>
                  <a:pt x="5638800" y="68230"/>
                  <a:pt x="5638800" y="152395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100000">
                <a:srgbClr val="4A5568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15075" y="45720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2700" y="495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59141" y="5057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58000" y="49530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Agent View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8000" y="5219700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Next.js window showing real-time AI navigation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2700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69856" y="5629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58000" y="55245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 by Design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58000" y="5791200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reasoning adapts to UI changes automatically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2281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kern="0" spc="10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02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23350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Cognitive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677" y="1063362"/>
            <a:ext cx="1154114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Vision-Language Intelligence that "sees" and understands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6677" y="1466707"/>
            <a:ext cx="7544373" cy="2750075"/>
          </a:xfrm>
          <a:custGeom>
            <a:avLst/>
            <a:gdLst/>
            <a:ahLst/>
            <a:cxnLst/>
            <a:rect l="l" t="t" r="r" b="b"/>
            <a:pathLst>
              <a:path w="7544373" h="2750075">
                <a:moveTo>
                  <a:pt x="146662" y="0"/>
                </a:moveTo>
                <a:lnTo>
                  <a:pt x="7397711" y="0"/>
                </a:lnTo>
                <a:cubicBezTo>
                  <a:pt x="7478710" y="0"/>
                  <a:pt x="7544373" y="65663"/>
                  <a:pt x="7544373" y="146662"/>
                </a:cubicBezTo>
                <a:lnTo>
                  <a:pt x="7544373" y="2603414"/>
                </a:lnTo>
                <a:cubicBezTo>
                  <a:pt x="7544373" y="2684413"/>
                  <a:pt x="7478710" y="2750075"/>
                  <a:pt x="7397711" y="2750075"/>
                </a:cubicBezTo>
                <a:lnTo>
                  <a:pt x="146662" y="2750075"/>
                </a:lnTo>
                <a:cubicBezTo>
                  <a:pt x="65663" y="2750075"/>
                  <a:pt x="0" y="2684413"/>
                  <a:pt x="0" y="2603414"/>
                </a:cubicBezTo>
                <a:lnTo>
                  <a:pt x="0" y="146662"/>
                </a:lnTo>
                <a:cubicBezTo>
                  <a:pt x="0" y="65717"/>
                  <a:pt x="65717" y="0"/>
                  <a:pt x="1466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0015" y="1650045"/>
            <a:ext cx="586683" cy="586683"/>
          </a:xfrm>
          <a:custGeom>
            <a:avLst/>
            <a:gdLst/>
            <a:ahLst/>
            <a:cxnLst/>
            <a:rect l="l" t="t" r="r" b="b"/>
            <a:pathLst>
              <a:path w="586683" h="586683">
                <a:moveTo>
                  <a:pt x="146671" y="0"/>
                </a:moveTo>
                <a:lnTo>
                  <a:pt x="440012" y="0"/>
                </a:lnTo>
                <a:cubicBezTo>
                  <a:pt x="520962" y="0"/>
                  <a:pt x="586683" y="65721"/>
                  <a:pt x="586683" y="146671"/>
                </a:cubicBezTo>
                <a:lnTo>
                  <a:pt x="586683" y="440012"/>
                </a:lnTo>
                <a:cubicBezTo>
                  <a:pt x="586683" y="520962"/>
                  <a:pt x="520962" y="586683"/>
                  <a:pt x="440012" y="586683"/>
                </a:cubicBezTo>
                <a:lnTo>
                  <a:pt x="146671" y="586683"/>
                </a:lnTo>
                <a:cubicBezTo>
                  <a:pt x="65721" y="586683"/>
                  <a:pt x="0" y="520962"/>
                  <a:pt x="0" y="440012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9810FA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0956" y="1805883"/>
            <a:ext cx="309383" cy="275008"/>
          </a:xfrm>
          <a:custGeom>
            <a:avLst/>
            <a:gdLst/>
            <a:ahLst/>
            <a:cxnLst/>
            <a:rect l="l" t="t" r="r" b="b"/>
            <a:pathLst>
              <a:path w="309383" h="275008">
                <a:moveTo>
                  <a:pt x="154692" y="17188"/>
                </a:moveTo>
                <a:cubicBezTo>
                  <a:pt x="111292" y="17188"/>
                  <a:pt x="76540" y="36954"/>
                  <a:pt x="51242" y="60480"/>
                </a:cubicBezTo>
                <a:cubicBezTo>
                  <a:pt x="26104" y="83845"/>
                  <a:pt x="9292" y="111722"/>
                  <a:pt x="1289" y="130897"/>
                </a:cubicBezTo>
                <a:cubicBezTo>
                  <a:pt x="-483" y="135140"/>
                  <a:pt x="-483" y="139867"/>
                  <a:pt x="1289" y="144110"/>
                </a:cubicBezTo>
                <a:cubicBezTo>
                  <a:pt x="9292" y="163286"/>
                  <a:pt x="26104" y="191216"/>
                  <a:pt x="51242" y="214527"/>
                </a:cubicBezTo>
                <a:cubicBezTo>
                  <a:pt x="76540" y="238000"/>
                  <a:pt x="111292" y="257820"/>
                  <a:pt x="154692" y="257820"/>
                </a:cubicBezTo>
                <a:cubicBezTo>
                  <a:pt x="198091" y="257820"/>
                  <a:pt x="232843" y="238053"/>
                  <a:pt x="258142" y="214527"/>
                </a:cubicBezTo>
                <a:cubicBezTo>
                  <a:pt x="283279" y="191162"/>
                  <a:pt x="300091" y="163286"/>
                  <a:pt x="308094" y="144110"/>
                </a:cubicBezTo>
                <a:cubicBezTo>
                  <a:pt x="309867" y="139867"/>
                  <a:pt x="309867" y="135140"/>
                  <a:pt x="308094" y="130897"/>
                </a:cubicBezTo>
                <a:cubicBezTo>
                  <a:pt x="300091" y="111722"/>
                  <a:pt x="283279" y="83791"/>
                  <a:pt x="258142" y="60480"/>
                </a:cubicBezTo>
                <a:cubicBezTo>
                  <a:pt x="232843" y="37008"/>
                  <a:pt x="198091" y="17188"/>
                  <a:pt x="154692" y="17188"/>
                </a:cubicBezTo>
                <a:close/>
                <a:moveTo>
                  <a:pt x="77346" y="137504"/>
                </a:moveTo>
                <a:cubicBezTo>
                  <a:pt x="77346" y="94815"/>
                  <a:pt x="112003" y="60158"/>
                  <a:pt x="154692" y="60158"/>
                </a:cubicBezTo>
                <a:cubicBezTo>
                  <a:pt x="197380" y="60158"/>
                  <a:pt x="232038" y="94815"/>
                  <a:pt x="232038" y="137504"/>
                </a:cubicBezTo>
                <a:cubicBezTo>
                  <a:pt x="232038" y="180192"/>
                  <a:pt x="197380" y="214850"/>
                  <a:pt x="154692" y="214850"/>
                </a:cubicBezTo>
                <a:cubicBezTo>
                  <a:pt x="112003" y="214850"/>
                  <a:pt x="77346" y="180192"/>
                  <a:pt x="77346" y="137504"/>
                </a:cubicBezTo>
                <a:close/>
                <a:moveTo>
                  <a:pt x="154692" y="103128"/>
                </a:moveTo>
                <a:cubicBezTo>
                  <a:pt x="154692" y="122088"/>
                  <a:pt x="139276" y="137504"/>
                  <a:pt x="120316" y="137504"/>
                </a:cubicBezTo>
                <a:cubicBezTo>
                  <a:pt x="114139" y="137504"/>
                  <a:pt x="108338" y="135892"/>
                  <a:pt x="103289" y="132992"/>
                </a:cubicBezTo>
                <a:cubicBezTo>
                  <a:pt x="102752" y="138847"/>
                  <a:pt x="103235" y="144862"/>
                  <a:pt x="104847" y="150824"/>
                </a:cubicBezTo>
                <a:cubicBezTo>
                  <a:pt x="112205" y="178325"/>
                  <a:pt x="140512" y="194654"/>
                  <a:pt x="168012" y="187295"/>
                </a:cubicBezTo>
                <a:cubicBezTo>
                  <a:pt x="195513" y="179937"/>
                  <a:pt x="211842" y="151630"/>
                  <a:pt x="204483" y="124129"/>
                </a:cubicBezTo>
                <a:cubicBezTo>
                  <a:pt x="197930" y="99583"/>
                  <a:pt x="174673" y="83952"/>
                  <a:pt x="150180" y="86101"/>
                </a:cubicBezTo>
                <a:cubicBezTo>
                  <a:pt x="153027" y="91096"/>
                  <a:pt x="154692" y="96897"/>
                  <a:pt x="154692" y="10312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83368" y="1668379"/>
            <a:ext cx="239256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Multimodal LLM Power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3368" y="1998388"/>
            <a:ext cx="235589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GPT-4o or Claude 3.5 Sonnet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4598" y="2387982"/>
            <a:ext cx="3520096" cy="1054195"/>
          </a:xfrm>
          <a:custGeom>
            <a:avLst/>
            <a:gdLst/>
            <a:ahLst/>
            <a:cxnLst/>
            <a:rect l="l" t="t" r="r" b="b"/>
            <a:pathLst>
              <a:path w="3520096" h="1054195">
                <a:moveTo>
                  <a:pt x="110005" y="0"/>
                </a:moveTo>
                <a:lnTo>
                  <a:pt x="3410091" y="0"/>
                </a:lnTo>
                <a:cubicBezTo>
                  <a:pt x="3470845" y="0"/>
                  <a:pt x="3520096" y="49251"/>
                  <a:pt x="3520096" y="110005"/>
                </a:cubicBezTo>
                <a:lnTo>
                  <a:pt x="3520096" y="944190"/>
                </a:lnTo>
                <a:cubicBezTo>
                  <a:pt x="3520096" y="1004944"/>
                  <a:pt x="3470845" y="1054195"/>
                  <a:pt x="3410091" y="1054195"/>
                </a:cubicBezTo>
                <a:lnTo>
                  <a:pt x="110005" y="1054195"/>
                </a:lnTo>
                <a:cubicBezTo>
                  <a:pt x="49251" y="1054195"/>
                  <a:pt x="0" y="1004944"/>
                  <a:pt x="0" y="944190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FAF5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8770" y="2575904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44665" y="0"/>
                </a:moveTo>
                <a:cubicBezTo>
                  <a:pt x="151541" y="0"/>
                  <a:pt x="158129" y="2721"/>
                  <a:pt x="162963" y="7591"/>
                </a:cubicBezTo>
                <a:lnTo>
                  <a:pt x="175747" y="20375"/>
                </a:lnTo>
                <a:cubicBezTo>
                  <a:pt x="180617" y="25209"/>
                  <a:pt x="183338" y="31798"/>
                  <a:pt x="183338" y="38673"/>
                </a:cubicBezTo>
                <a:cubicBezTo>
                  <a:pt x="183338" y="45548"/>
                  <a:pt x="180617" y="52137"/>
                  <a:pt x="175747" y="56971"/>
                </a:cubicBezTo>
                <a:lnTo>
                  <a:pt x="159669" y="73049"/>
                </a:lnTo>
                <a:lnTo>
                  <a:pt x="110289" y="23669"/>
                </a:lnTo>
                <a:lnTo>
                  <a:pt x="126367" y="7591"/>
                </a:lnTo>
                <a:cubicBezTo>
                  <a:pt x="131202" y="2721"/>
                  <a:pt x="137790" y="0"/>
                  <a:pt x="144665" y="0"/>
                </a:cubicBezTo>
                <a:close/>
                <a:moveTo>
                  <a:pt x="21091" y="112832"/>
                </a:moveTo>
                <a:lnTo>
                  <a:pt x="98150" y="35808"/>
                </a:lnTo>
                <a:lnTo>
                  <a:pt x="147530" y="85188"/>
                </a:lnTo>
                <a:lnTo>
                  <a:pt x="70506" y="162247"/>
                </a:lnTo>
                <a:cubicBezTo>
                  <a:pt x="66675" y="166079"/>
                  <a:pt x="61877" y="168872"/>
                  <a:pt x="56649" y="170340"/>
                </a:cubicBezTo>
                <a:lnTo>
                  <a:pt x="10886" y="183016"/>
                </a:lnTo>
                <a:cubicBezTo>
                  <a:pt x="7914" y="183840"/>
                  <a:pt x="4691" y="183016"/>
                  <a:pt x="2507" y="180796"/>
                </a:cubicBezTo>
                <a:cubicBezTo>
                  <a:pt x="322" y="178576"/>
                  <a:pt x="-537" y="175389"/>
                  <a:pt x="286" y="172417"/>
                </a:cubicBezTo>
                <a:lnTo>
                  <a:pt x="13034" y="126690"/>
                </a:lnTo>
                <a:cubicBezTo>
                  <a:pt x="14502" y="121462"/>
                  <a:pt x="17260" y="116699"/>
                  <a:pt x="21127" y="112832"/>
                </a:cubicBezTo>
                <a:close/>
                <a:moveTo>
                  <a:pt x="80712" y="28933"/>
                </a:moveTo>
                <a:lnTo>
                  <a:pt x="28933" y="80712"/>
                </a:lnTo>
                <a:lnTo>
                  <a:pt x="4190" y="55968"/>
                </a:lnTo>
                <a:cubicBezTo>
                  <a:pt x="-1397" y="50382"/>
                  <a:pt x="-1397" y="41323"/>
                  <a:pt x="4190" y="35701"/>
                </a:cubicBezTo>
                <a:lnTo>
                  <a:pt x="35701" y="4190"/>
                </a:lnTo>
                <a:cubicBezTo>
                  <a:pt x="41287" y="-1397"/>
                  <a:pt x="50346" y="-1397"/>
                  <a:pt x="55968" y="4190"/>
                </a:cubicBezTo>
                <a:lnTo>
                  <a:pt x="58081" y="6302"/>
                </a:lnTo>
                <a:lnTo>
                  <a:pt x="37921" y="26462"/>
                </a:lnTo>
                <a:cubicBezTo>
                  <a:pt x="35128" y="29255"/>
                  <a:pt x="35128" y="33803"/>
                  <a:pt x="37921" y="36596"/>
                </a:cubicBezTo>
                <a:cubicBezTo>
                  <a:pt x="40714" y="39389"/>
                  <a:pt x="45262" y="39389"/>
                  <a:pt x="48055" y="36596"/>
                </a:cubicBezTo>
                <a:lnTo>
                  <a:pt x="68215" y="16436"/>
                </a:lnTo>
                <a:lnTo>
                  <a:pt x="80712" y="28933"/>
                </a:lnTo>
                <a:close/>
                <a:moveTo>
                  <a:pt x="154405" y="102627"/>
                </a:moveTo>
                <a:lnTo>
                  <a:pt x="166902" y="115124"/>
                </a:lnTo>
                <a:lnTo>
                  <a:pt x="146742" y="135284"/>
                </a:lnTo>
                <a:cubicBezTo>
                  <a:pt x="143949" y="138077"/>
                  <a:pt x="143949" y="142624"/>
                  <a:pt x="146742" y="145417"/>
                </a:cubicBezTo>
                <a:cubicBezTo>
                  <a:pt x="149535" y="148210"/>
                  <a:pt x="154083" y="148210"/>
                  <a:pt x="156876" y="145417"/>
                </a:cubicBezTo>
                <a:lnTo>
                  <a:pt x="177036" y="125257"/>
                </a:lnTo>
                <a:lnTo>
                  <a:pt x="179149" y="127370"/>
                </a:lnTo>
                <a:cubicBezTo>
                  <a:pt x="184735" y="132956"/>
                  <a:pt x="184735" y="142016"/>
                  <a:pt x="179149" y="147637"/>
                </a:cubicBezTo>
                <a:lnTo>
                  <a:pt x="147637" y="179149"/>
                </a:lnTo>
                <a:cubicBezTo>
                  <a:pt x="142051" y="184735"/>
                  <a:pt x="132992" y="184735"/>
                  <a:pt x="127370" y="179149"/>
                </a:cubicBezTo>
                <a:lnTo>
                  <a:pt x="102627" y="154405"/>
                </a:lnTo>
                <a:lnTo>
                  <a:pt x="154405" y="102627"/>
                </a:ln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5029" y="2539236"/>
            <a:ext cx="122836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Expected State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853" y="2869245"/>
            <a:ext cx="3281756" cy="42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Analyzes Figma designs to understand intended UI structure, element positioning, and visual hierarchy.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96156" y="2387982"/>
            <a:ext cx="3520096" cy="1054195"/>
          </a:xfrm>
          <a:custGeom>
            <a:avLst/>
            <a:gdLst/>
            <a:ahLst/>
            <a:cxnLst/>
            <a:rect l="l" t="t" r="r" b="b"/>
            <a:pathLst>
              <a:path w="3520096" h="1054195">
                <a:moveTo>
                  <a:pt x="110005" y="0"/>
                </a:moveTo>
                <a:lnTo>
                  <a:pt x="3410091" y="0"/>
                </a:lnTo>
                <a:cubicBezTo>
                  <a:pt x="3470845" y="0"/>
                  <a:pt x="3520096" y="49251"/>
                  <a:pt x="3520096" y="110005"/>
                </a:cubicBezTo>
                <a:lnTo>
                  <a:pt x="3520096" y="944190"/>
                </a:lnTo>
                <a:cubicBezTo>
                  <a:pt x="3520096" y="1004944"/>
                  <a:pt x="3470845" y="1054195"/>
                  <a:pt x="3410091" y="1054195"/>
                </a:cubicBezTo>
                <a:lnTo>
                  <a:pt x="110005" y="1054195"/>
                </a:lnTo>
                <a:cubicBezTo>
                  <a:pt x="49251" y="1054195"/>
                  <a:pt x="0" y="1004944"/>
                  <a:pt x="0" y="944190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70328" y="2575904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26009" y="100263"/>
                </a:moveTo>
                <a:lnTo>
                  <a:pt x="57651" y="100263"/>
                </a:lnTo>
                <a:cubicBezTo>
                  <a:pt x="58690" y="123359"/>
                  <a:pt x="63810" y="144630"/>
                  <a:pt x="71079" y="160206"/>
                </a:cubicBezTo>
                <a:cubicBezTo>
                  <a:pt x="75162" y="168979"/>
                  <a:pt x="79566" y="175174"/>
                  <a:pt x="83648" y="178970"/>
                </a:cubicBezTo>
                <a:cubicBezTo>
                  <a:pt x="87659" y="182730"/>
                  <a:pt x="90416" y="183338"/>
                  <a:pt x="91848" y="183338"/>
                </a:cubicBezTo>
                <a:cubicBezTo>
                  <a:pt x="93281" y="183338"/>
                  <a:pt x="96038" y="182730"/>
                  <a:pt x="100048" y="178970"/>
                </a:cubicBezTo>
                <a:cubicBezTo>
                  <a:pt x="104130" y="175174"/>
                  <a:pt x="108535" y="168943"/>
                  <a:pt x="112617" y="160206"/>
                </a:cubicBezTo>
                <a:cubicBezTo>
                  <a:pt x="119886" y="144630"/>
                  <a:pt x="125007" y="123359"/>
                  <a:pt x="126045" y="100263"/>
                </a:cubicBezTo>
                <a:close/>
                <a:moveTo>
                  <a:pt x="57616" y="83075"/>
                </a:moveTo>
                <a:lnTo>
                  <a:pt x="125973" y="83075"/>
                </a:lnTo>
                <a:cubicBezTo>
                  <a:pt x="124971" y="59979"/>
                  <a:pt x="119850" y="38709"/>
                  <a:pt x="112581" y="23132"/>
                </a:cubicBezTo>
                <a:cubicBezTo>
                  <a:pt x="108499" y="14395"/>
                  <a:pt x="104095" y="8164"/>
                  <a:pt x="100013" y="4369"/>
                </a:cubicBezTo>
                <a:cubicBezTo>
                  <a:pt x="96002" y="609"/>
                  <a:pt x="93245" y="0"/>
                  <a:pt x="91812" y="0"/>
                </a:cubicBezTo>
                <a:cubicBezTo>
                  <a:pt x="90380" y="0"/>
                  <a:pt x="87623" y="609"/>
                  <a:pt x="83612" y="4369"/>
                </a:cubicBezTo>
                <a:cubicBezTo>
                  <a:pt x="79530" y="8164"/>
                  <a:pt x="75126" y="14395"/>
                  <a:pt x="71044" y="23132"/>
                </a:cubicBezTo>
                <a:cubicBezTo>
                  <a:pt x="63775" y="38709"/>
                  <a:pt x="58654" y="59979"/>
                  <a:pt x="57616" y="83075"/>
                </a:cubicBezTo>
                <a:close/>
                <a:moveTo>
                  <a:pt x="40428" y="83075"/>
                </a:moveTo>
                <a:cubicBezTo>
                  <a:pt x="41681" y="52423"/>
                  <a:pt x="49594" y="23956"/>
                  <a:pt x="61161" y="5264"/>
                </a:cubicBezTo>
                <a:cubicBezTo>
                  <a:pt x="28181" y="16937"/>
                  <a:pt x="3903" y="46980"/>
                  <a:pt x="537" y="83075"/>
                </a:cubicBezTo>
                <a:lnTo>
                  <a:pt x="40428" y="83075"/>
                </a:lnTo>
                <a:close/>
                <a:moveTo>
                  <a:pt x="537" y="100263"/>
                </a:moveTo>
                <a:cubicBezTo>
                  <a:pt x="3903" y="136358"/>
                  <a:pt x="28181" y="166401"/>
                  <a:pt x="61161" y="178075"/>
                </a:cubicBezTo>
                <a:cubicBezTo>
                  <a:pt x="49594" y="159383"/>
                  <a:pt x="41681" y="130915"/>
                  <a:pt x="40428" y="100263"/>
                </a:cubicBezTo>
                <a:lnTo>
                  <a:pt x="537" y="100263"/>
                </a:lnTo>
                <a:close/>
                <a:moveTo>
                  <a:pt x="143197" y="100263"/>
                </a:moveTo>
                <a:cubicBezTo>
                  <a:pt x="141944" y="130915"/>
                  <a:pt x="134030" y="159383"/>
                  <a:pt x="122464" y="178075"/>
                </a:cubicBezTo>
                <a:cubicBezTo>
                  <a:pt x="155444" y="166365"/>
                  <a:pt x="179722" y="136358"/>
                  <a:pt x="183088" y="100263"/>
                </a:cubicBezTo>
                <a:lnTo>
                  <a:pt x="143197" y="100263"/>
                </a:lnTo>
                <a:close/>
                <a:moveTo>
                  <a:pt x="183088" y="83075"/>
                </a:moveTo>
                <a:cubicBezTo>
                  <a:pt x="179722" y="46980"/>
                  <a:pt x="155444" y="16937"/>
                  <a:pt x="122464" y="5264"/>
                </a:cubicBezTo>
                <a:cubicBezTo>
                  <a:pt x="134030" y="23956"/>
                  <a:pt x="141944" y="52423"/>
                  <a:pt x="143197" y="83075"/>
                </a:cubicBezTo>
                <a:lnTo>
                  <a:pt x="183088" y="83075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86586" y="2539236"/>
            <a:ext cx="100836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Actual State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7411" y="2869245"/>
            <a:ext cx="3281756" cy="42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Captures live web application screenshots to see the real-time rendered interface and current state.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67426" y="3588848"/>
            <a:ext cx="4134280" cy="440012"/>
          </a:xfrm>
          <a:custGeom>
            <a:avLst/>
            <a:gdLst/>
            <a:ahLst/>
            <a:cxnLst/>
            <a:rect l="l" t="t" r="r" b="b"/>
            <a:pathLst>
              <a:path w="4134280" h="440012">
                <a:moveTo>
                  <a:pt x="220006" y="0"/>
                </a:moveTo>
                <a:lnTo>
                  <a:pt x="3914274" y="0"/>
                </a:lnTo>
                <a:cubicBezTo>
                  <a:pt x="4035780" y="0"/>
                  <a:pt x="4134280" y="98500"/>
                  <a:pt x="4134280" y="220006"/>
                </a:cubicBezTo>
                <a:lnTo>
                  <a:pt x="4134280" y="220006"/>
                </a:lnTo>
                <a:cubicBezTo>
                  <a:pt x="4134280" y="341512"/>
                  <a:pt x="4035780" y="440012"/>
                  <a:pt x="3914274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10350" y="3717185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42970" y="20053"/>
                </a:moveTo>
                <a:cubicBezTo>
                  <a:pt x="42970" y="8988"/>
                  <a:pt x="51958" y="0"/>
                  <a:pt x="63023" y="0"/>
                </a:cubicBezTo>
                <a:lnTo>
                  <a:pt x="71617" y="0"/>
                </a:lnTo>
                <a:cubicBezTo>
                  <a:pt x="77955" y="0"/>
                  <a:pt x="83075" y="5121"/>
                  <a:pt x="83075" y="11459"/>
                </a:cubicBezTo>
                <a:lnTo>
                  <a:pt x="83075" y="171880"/>
                </a:lnTo>
                <a:cubicBezTo>
                  <a:pt x="83075" y="178218"/>
                  <a:pt x="77955" y="183338"/>
                  <a:pt x="71617" y="183338"/>
                </a:cubicBezTo>
                <a:lnTo>
                  <a:pt x="60158" y="183338"/>
                </a:lnTo>
                <a:cubicBezTo>
                  <a:pt x="49487" y="183338"/>
                  <a:pt x="40499" y="176033"/>
                  <a:pt x="37957" y="166150"/>
                </a:cubicBezTo>
                <a:cubicBezTo>
                  <a:pt x="37706" y="166150"/>
                  <a:pt x="37491" y="166150"/>
                  <a:pt x="37241" y="166150"/>
                </a:cubicBezTo>
                <a:cubicBezTo>
                  <a:pt x="21413" y="166150"/>
                  <a:pt x="8594" y="153331"/>
                  <a:pt x="8594" y="137504"/>
                </a:cubicBezTo>
                <a:cubicBezTo>
                  <a:pt x="8594" y="131058"/>
                  <a:pt x="10742" y="125114"/>
                  <a:pt x="14323" y="120316"/>
                </a:cubicBezTo>
                <a:cubicBezTo>
                  <a:pt x="7377" y="115088"/>
                  <a:pt x="2865" y="106780"/>
                  <a:pt x="2865" y="97398"/>
                </a:cubicBezTo>
                <a:cubicBezTo>
                  <a:pt x="2865" y="86334"/>
                  <a:pt x="9167" y="76701"/>
                  <a:pt x="18334" y="71939"/>
                </a:cubicBezTo>
                <a:cubicBezTo>
                  <a:pt x="15791" y="67642"/>
                  <a:pt x="14323" y="62629"/>
                  <a:pt x="14323" y="57293"/>
                </a:cubicBezTo>
                <a:cubicBezTo>
                  <a:pt x="14323" y="41466"/>
                  <a:pt x="27143" y="28647"/>
                  <a:pt x="42970" y="28647"/>
                </a:cubicBezTo>
                <a:lnTo>
                  <a:pt x="42970" y="20053"/>
                </a:lnTo>
                <a:close/>
                <a:moveTo>
                  <a:pt x="140368" y="20053"/>
                </a:moveTo>
                <a:lnTo>
                  <a:pt x="140368" y="28647"/>
                </a:lnTo>
                <a:cubicBezTo>
                  <a:pt x="156196" y="28647"/>
                  <a:pt x="169015" y="41466"/>
                  <a:pt x="169015" y="57293"/>
                </a:cubicBezTo>
                <a:cubicBezTo>
                  <a:pt x="169015" y="62664"/>
                  <a:pt x="167547" y="67678"/>
                  <a:pt x="165005" y="71939"/>
                </a:cubicBezTo>
                <a:cubicBezTo>
                  <a:pt x="174207" y="76701"/>
                  <a:pt x="180474" y="86298"/>
                  <a:pt x="180474" y="97398"/>
                </a:cubicBezTo>
                <a:cubicBezTo>
                  <a:pt x="180474" y="106780"/>
                  <a:pt x="175962" y="115088"/>
                  <a:pt x="169015" y="120316"/>
                </a:cubicBezTo>
                <a:cubicBezTo>
                  <a:pt x="172596" y="125114"/>
                  <a:pt x="174744" y="131058"/>
                  <a:pt x="174744" y="137504"/>
                </a:cubicBezTo>
                <a:cubicBezTo>
                  <a:pt x="174744" y="153331"/>
                  <a:pt x="161925" y="166150"/>
                  <a:pt x="146098" y="166150"/>
                </a:cubicBezTo>
                <a:cubicBezTo>
                  <a:pt x="145847" y="166150"/>
                  <a:pt x="145632" y="166150"/>
                  <a:pt x="145382" y="166150"/>
                </a:cubicBezTo>
                <a:cubicBezTo>
                  <a:pt x="142839" y="176033"/>
                  <a:pt x="133851" y="183338"/>
                  <a:pt x="123180" y="183338"/>
                </a:cubicBezTo>
                <a:lnTo>
                  <a:pt x="111722" y="183338"/>
                </a:lnTo>
                <a:cubicBezTo>
                  <a:pt x="105384" y="183338"/>
                  <a:pt x="100263" y="178218"/>
                  <a:pt x="100263" y="171880"/>
                </a:cubicBezTo>
                <a:lnTo>
                  <a:pt x="100263" y="11459"/>
                </a:lnTo>
                <a:cubicBezTo>
                  <a:pt x="100263" y="5121"/>
                  <a:pt x="105384" y="0"/>
                  <a:pt x="111722" y="0"/>
                </a:cubicBezTo>
                <a:lnTo>
                  <a:pt x="120316" y="0"/>
                </a:lnTo>
                <a:cubicBezTo>
                  <a:pt x="131381" y="0"/>
                  <a:pt x="140368" y="8988"/>
                  <a:pt x="140368" y="20053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63276" y="3698851"/>
            <a:ext cx="153087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Comparison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88542" y="3735519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43978" y="79809"/>
                </a:moveTo>
                <a:cubicBezTo>
                  <a:pt x="147559" y="76229"/>
                  <a:pt x="147559" y="70413"/>
                  <a:pt x="143978" y="66833"/>
                </a:cubicBezTo>
                <a:lnTo>
                  <a:pt x="98143" y="20998"/>
                </a:lnTo>
                <a:cubicBezTo>
                  <a:pt x="94562" y="17417"/>
                  <a:pt x="88747" y="17417"/>
                  <a:pt x="85166" y="20998"/>
                </a:cubicBezTo>
                <a:cubicBezTo>
                  <a:pt x="81586" y="24579"/>
                  <a:pt x="81586" y="30394"/>
                  <a:pt x="85166" y="33975"/>
                </a:cubicBezTo>
                <a:lnTo>
                  <a:pt x="115360" y="64168"/>
                </a:lnTo>
                <a:lnTo>
                  <a:pt x="9167" y="64168"/>
                </a:lnTo>
                <a:cubicBezTo>
                  <a:pt x="4096" y="64168"/>
                  <a:pt x="0" y="68265"/>
                  <a:pt x="0" y="73335"/>
                </a:cubicBezTo>
                <a:cubicBezTo>
                  <a:pt x="0" y="78406"/>
                  <a:pt x="4096" y="82502"/>
                  <a:pt x="9167" y="82502"/>
                </a:cubicBezTo>
                <a:lnTo>
                  <a:pt x="115360" y="82502"/>
                </a:lnTo>
                <a:lnTo>
                  <a:pt x="85166" y="112696"/>
                </a:lnTo>
                <a:cubicBezTo>
                  <a:pt x="81586" y="116277"/>
                  <a:pt x="81586" y="122092"/>
                  <a:pt x="85166" y="125673"/>
                </a:cubicBezTo>
                <a:cubicBezTo>
                  <a:pt x="88747" y="129254"/>
                  <a:pt x="94562" y="129254"/>
                  <a:pt x="98143" y="125673"/>
                </a:cubicBezTo>
                <a:lnTo>
                  <a:pt x="143978" y="7983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00217" y="3698851"/>
            <a:ext cx="145754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Case Generation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6677" y="4322202"/>
            <a:ext cx="7544373" cy="2530069"/>
          </a:xfrm>
          <a:custGeom>
            <a:avLst/>
            <a:gdLst/>
            <a:ahLst/>
            <a:cxnLst/>
            <a:rect l="l" t="t" r="r" b="b"/>
            <a:pathLst>
              <a:path w="7544373" h="2530069">
                <a:moveTo>
                  <a:pt x="146668" y="0"/>
                </a:moveTo>
                <a:lnTo>
                  <a:pt x="7397705" y="0"/>
                </a:lnTo>
                <a:cubicBezTo>
                  <a:pt x="7478707" y="0"/>
                  <a:pt x="7544373" y="65666"/>
                  <a:pt x="7544373" y="146668"/>
                </a:cubicBezTo>
                <a:lnTo>
                  <a:pt x="7544373" y="2383401"/>
                </a:lnTo>
                <a:cubicBezTo>
                  <a:pt x="7544373" y="2464404"/>
                  <a:pt x="7478707" y="2530069"/>
                  <a:pt x="7397705" y="2530069"/>
                </a:cubicBezTo>
                <a:lnTo>
                  <a:pt x="146668" y="2530069"/>
                </a:lnTo>
                <a:cubicBezTo>
                  <a:pt x="65666" y="2530069"/>
                  <a:pt x="0" y="2464404"/>
                  <a:pt x="0" y="2383401"/>
                </a:cubicBezTo>
                <a:lnTo>
                  <a:pt x="0" y="146668"/>
                </a:lnTo>
                <a:cubicBezTo>
                  <a:pt x="0" y="65720"/>
                  <a:pt x="65720" y="0"/>
                  <a:pt x="146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0015" y="4505540"/>
            <a:ext cx="726936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Natural Language Test Generation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0015" y="4908884"/>
            <a:ext cx="7177696" cy="513347"/>
          </a:xfrm>
          <a:custGeom>
            <a:avLst/>
            <a:gdLst/>
            <a:ahLst/>
            <a:cxnLst/>
            <a:rect l="l" t="t" r="r" b="b"/>
            <a:pathLst>
              <a:path w="7177696" h="513347">
                <a:moveTo>
                  <a:pt x="110005" y="0"/>
                </a:moveTo>
                <a:lnTo>
                  <a:pt x="7067691" y="0"/>
                </a:lnTo>
                <a:cubicBezTo>
                  <a:pt x="7128445" y="0"/>
                  <a:pt x="7177696" y="49251"/>
                  <a:pt x="7177696" y="110005"/>
                </a:cubicBezTo>
                <a:lnTo>
                  <a:pt x="7177696" y="403342"/>
                </a:lnTo>
                <a:cubicBezTo>
                  <a:pt x="7177696" y="464096"/>
                  <a:pt x="7128445" y="513347"/>
                  <a:pt x="7067691" y="513347"/>
                </a:cubicBezTo>
                <a:lnTo>
                  <a:pt x="110005" y="513347"/>
                </a:lnTo>
                <a:cubicBezTo>
                  <a:pt x="49251" y="513347"/>
                  <a:pt x="0" y="464096"/>
                  <a:pt x="0" y="403342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0018" y="5018887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0907" y="5073889"/>
            <a:ext cx="11917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3362" y="5018887"/>
            <a:ext cx="320842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on the "Login" button in the top-right corner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0015" y="5532235"/>
            <a:ext cx="7177696" cy="513347"/>
          </a:xfrm>
          <a:custGeom>
            <a:avLst/>
            <a:gdLst/>
            <a:ahLst/>
            <a:cxnLst/>
            <a:rect l="l" t="t" r="r" b="b"/>
            <a:pathLst>
              <a:path w="7177696" h="513347">
                <a:moveTo>
                  <a:pt x="110005" y="0"/>
                </a:moveTo>
                <a:lnTo>
                  <a:pt x="7067691" y="0"/>
                </a:lnTo>
                <a:cubicBezTo>
                  <a:pt x="7128445" y="0"/>
                  <a:pt x="7177696" y="49251"/>
                  <a:pt x="7177696" y="110005"/>
                </a:cubicBezTo>
                <a:lnTo>
                  <a:pt x="7177696" y="403342"/>
                </a:lnTo>
                <a:cubicBezTo>
                  <a:pt x="7177696" y="464096"/>
                  <a:pt x="7128445" y="513347"/>
                  <a:pt x="7067691" y="513347"/>
                </a:cubicBezTo>
                <a:lnTo>
                  <a:pt x="110005" y="513347"/>
                </a:lnTo>
                <a:cubicBezTo>
                  <a:pt x="49251" y="513347"/>
                  <a:pt x="0" y="464096"/>
                  <a:pt x="0" y="403342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0018" y="5642238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9305" y="5697239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3362" y="5642238"/>
            <a:ext cx="25575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 valid email in the email input field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0015" y="6155585"/>
            <a:ext cx="7177696" cy="513347"/>
          </a:xfrm>
          <a:custGeom>
            <a:avLst/>
            <a:gdLst/>
            <a:ahLst/>
            <a:cxnLst/>
            <a:rect l="l" t="t" r="r" b="b"/>
            <a:pathLst>
              <a:path w="7177696" h="513347">
                <a:moveTo>
                  <a:pt x="110005" y="0"/>
                </a:moveTo>
                <a:lnTo>
                  <a:pt x="7067691" y="0"/>
                </a:lnTo>
                <a:cubicBezTo>
                  <a:pt x="7128445" y="0"/>
                  <a:pt x="7177696" y="49251"/>
                  <a:pt x="7177696" y="110005"/>
                </a:cubicBezTo>
                <a:lnTo>
                  <a:pt x="7177696" y="403342"/>
                </a:lnTo>
                <a:cubicBezTo>
                  <a:pt x="7177696" y="464096"/>
                  <a:pt x="7128445" y="513347"/>
                  <a:pt x="7067691" y="513347"/>
                </a:cubicBezTo>
                <a:lnTo>
                  <a:pt x="110005" y="513347"/>
                </a:lnTo>
                <a:cubicBezTo>
                  <a:pt x="49251" y="513347"/>
                  <a:pt x="0" y="464096"/>
                  <a:pt x="0" y="403342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0018" y="6265588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8732" y="6320589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63362" y="6265588"/>
            <a:ext cx="306175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dashboard loads with user profile visible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53280" y="1466707"/>
            <a:ext cx="3767603" cy="3813438"/>
          </a:xfrm>
          <a:custGeom>
            <a:avLst/>
            <a:gdLst/>
            <a:ahLst/>
            <a:cxnLst/>
            <a:rect l="l" t="t" r="r" b="b"/>
            <a:pathLst>
              <a:path w="3767603" h="3813438">
                <a:moveTo>
                  <a:pt x="146673" y="0"/>
                </a:moveTo>
                <a:lnTo>
                  <a:pt x="3620930" y="0"/>
                </a:lnTo>
                <a:cubicBezTo>
                  <a:pt x="3701935" y="0"/>
                  <a:pt x="3767603" y="65668"/>
                  <a:pt x="3767603" y="146673"/>
                </a:cubicBezTo>
                <a:lnTo>
                  <a:pt x="3767603" y="3666765"/>
                </a:lnTo>
                <a:cubicBezTo>
                  <a:pt x="3767603" y="3747770"/>
                  <a:pt x="3701935" y="3813438"/>
                  <a:pt x="3620930" y="3813438"/>
                </a:cubicBezTo>
                <a:lnTo>
                  <a:pt x="146673" y="3813438"/>
                </a:lnTo>
                <a:cubicBezTo>
                  <a:pt x="65668" y="3813438"/>
                  <a:pt x="0" y="3747770"/>
                  <a:pt x="0" y="3666765"/>
                </a:cubicBezTo>
                <a:lnTo>
                  <a:pt x="0" y="146673"/>
                </a:lnTo>
                <a:cubicBezTo>
                  <a:pt x="0" y="65668"/>
                  <a:pt x="65668" y="0"/>
                  <a:pt x="146673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100000">
                <a:srgbClr val="4A5568"/>
              </a:gs>
            </a:gsLst>
            <a:lin ang="2700000" scaled="1"/>
          </a:gradFill>
          <a:ln/>
          <a:effectLst>
            <a:outerShdw blurRad="229173" dist="1833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36618" y="1650045"/>
            <a:ext cx="349259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Vision-Language Synergy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36618" y="2053389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10003" y="0"/>
                </a:moveTo>
                <a:lnTo>
                  <a:pt x="256674" y="0"/>
                </a:lnTo>
                <a:cubicBezTo>
                  <a:pt x="317386" y="0"/>
                  <a:pt x="366677" y="49291"/>
                  <a:pt x="366677" y="110003"/>
                </a:cubicBezTo>
                <a:lnTo>
                  <a:pt x="366677" y="256674"/>
                </a:lnTo>
                <a:cubicBezTo>
                  <a:pt x="366677" y="317386"/>
                  <a:pt x="317386" y="366677"/>
                  <a:pt x="256674" y="366677"/>
                </a:cubicBezTo>
                <a:lnTo>
                  <a:pt x="110003" y="366677"/>
                </a:lnTo>
                <a:cubicBezTo>
                  <a:pt x="49291" y="366677"/>
                  <a:pt x="0" y="317386"/>
                  <a:pt x="0" y="256674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46621" y="2163392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19170" y="59585"/>
                </a:moveTo>
                <a:cubicBezTo>
                  <a:pt x="119170" y="72734"/>
                  <a:pt x="114902" y="84880"/>
                  <a:pt x="107711" y="94734"/>
                </a:cubicBezTo>
                <a:lnTo>
                  <a:pt x="143978" y="131030"/>
                </a:lnTo>
                <a:cubicBezTo>
                  <a:pt x="147559" y="134610"/>
                  <a:pt x="147559" y="140426"/>
                  <a:pt x="143978" y="144007"/>
                </a:cubicBezTo>
                <a:cubicBezTo>
                  <a:pt x="140397" y="147587"/>
                  <a:pt x="134582" y="147587"/>
                  <a:pt x="131001" y="144007"/>
                </a:cubicBezTo>
                <a:lnTo>
                  <a:pt x="94734" y="107711"/>
                </a:lnTo>
                <a:cubicBezTo>
                  <a:pt x="84880" y="114902"/>
                  <a:pt x="72734" y="119170"/>
                  <a:pt x="59585" y="119170"/>
                </a:cubicBezTo>
                <a:cubicBezTo>
                  <a:pt x="26670" y="119170"/>
                  <a:pt x="0" y="92500"/>
                  <a:pt x="0" y="59585"/>
                </a:cubicBezTo>
                <a:cubicBezTo>
                  <a:pt x="0" y="26670"/>
                  <a:pt x="26670" y="0"/>
                  <a:pt x="59585" y="0"/>
                </a:cubicBezTo>
                <a:cubicBezTo>
                  <a:pt x="92500" y="0"/>
                  <a:pt x="119170" y="26670"/>
                  <a:pt x="119170" y="59585"/>
                </a:cubicBezTo>
                <a:close/>
                <a:moveTo>
                  <a:pt x="59585" y="100836"/>
                </a:moveTo>
                <a:cubicBezTo>
                  <a:pt x="82352" y="100836"/>
                  <a:pt x="100836" y="82352"/>
                  <a:pt x="100836" y="59585"/>
                </a:cubicBezTo>
                <a:cubicBezTo>
                  <a:pt x="100836" y="36818"/>
                  <a:pt x="82352" y="18334"/>
                  <a:pt x="59585" y="18334"/>
                </a:cubicBezTo>
                <a:cubicBezTo>
                  <a:pt x="36818" y="18334"/>
                  <a:pt x="18334" y="36818"/>
                  <a:pt x="18334" y="59585"/>
                </a:cubicBezTo>
                <a:cubicBezTo>
                  <a:pt x="18334" y="82352"/>
                  <a:pt x="36818" y="100836"/>
                  <a:pt x="59585" y="10083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713298" y="2053389"/>
            <a:ext cx="293341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Recognition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13298" y="2310063"/>
            <a:ext cx="292424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UI elements by appearance, not just code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36618" y="2640072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10003" y="0"/>
                </a:moveTo>
                <a:lnTo>
                  <a:pt x="256674" y="0"/>
                </a:lnTo>
                <a:cubicBezTo>
                  <a:pt x="317386" y="0"/>
                  <a:pt x="366677" y="49291"/>
                  <a:pt x="366677" y="110003"/>
                </a:cubicBezTo>
                <a:lnTo>
                  <a:pt x="366677" y="256674"/>
                </a:lnTo>
                <a:cubicBezTo>
                  <a:pt x="366677" y="317386"/>
                  <a:pt x="317386" y="366677"/>
                  <a:pt x="256674" y="366677"/>
                </a:cubicBezTo>
                <a:lnTo>
                  <a:pt x="110003" y="366677"/>
                </a:lnTo>
                <a:cubicBezTo>
                  <a:pt x="49291" y="366677"/>
                  <a:pt x="0" y="317386"/>
                  <a:pt x="0" y="256674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37455" y="2750075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110003" y="41251"/>
                </a:moveTo>
                <a:cubicBezTo>
                  <a:pt x="110003" y="69096"/>
                  <a:pt x="85367" y="91669"/>
                  <a:pt x="55002" y="91669"/>
                </a:cubicBezTo>
                <a:cubicBezTo>
                  <a:pt x="47353" y="91669"/>
                  <a:pt x="40077" y="90237"/>
                  <a:pt x="33459" y="87659"/>
                </a:cubicBezTo>
                <a:lnTo>
                  <a:pt x="10084" y="100034"/>
                </a:lnTo>
                <a:cubicBezTo>
                  <a:pt x="7419" y="101438"/>
                  <a:pt x="4154" y="100951"/>
                  <a:pt x="2005" y="98831"/>
                </a:cubicBezTo>
                <a:cubicBezTo>
                  <a:pt x="-143" y="96711"/>
                  <a:pt x="-630" y="93417"/>
                  <a:pt x="802" y="90752"/>
                </a:cubicBezTo>
                <a:lnTo>
                  <a:pt x="11000" y="71502"/>
                </a:lnTo>
                <a:cubicBezTo>
                  <a:pt x="4096" y="63080"/>
                  <a:pt x="0" y="52595"/>
                  <a:pt x="0" y="41251"/>
                </a:cubicBezTo>
                <a:cubicBezTo>
                  <a:pt x="0" y="13407"/>
                  <a:pt x="24636" y="-9167"/>
                  <a:pt x="55002" y="-9167"/>
                </a:cubicBezTo>
                <a:cubicBezTo>
                  <a:pt x="85367" y="-9167"/>
                  <a:pt x="110003" y="13407"/>
                  <a:pt x="110003" y="41251"/>
                </a:cubicBezTo>
                <a:close/>
                <a:moveTo>
                  <a:pt x="110003" y="146671"/>
                </a:moveTo>
                <a:cubicBezTo>
                  <a:pt x="83047" y="146671"/>
                  <a:pt x="60616" y="128881"/>
                  <a:pt x="55918" y="105420"/>
                </a:cubicBezTo>
                <a:cubicBezTo>
                  <a:pt x="90294" y="104990"/>
                  <a:pt x="120173" y="80526"/>
                  <a:pt x="123467" y="47353"/>
                </a:cubicBezTo>
                <a:cubicBezTo>
                  <a:pt x="147330" y="52853"/>
                  <a:pt x="165005" y="72648"/>
                  <a:pt x="165005" y="96253"/>
                </a:cubicBezTo>
                <a:cubicBezTo>
                  <a:pt x="165005" y="107597"/>
                  <a:pt x="160908" y="118081"/>
                  <a:pt x="154004" y="126503"/>
                </a:cubicBezTo>
                <a:lnTo>
                  <a:pt x="164202" y="145754"/>
                </a:lnTo>
                <a:cubicBezTo>
                  <a:pt x="165606" y="148418"/>
                  <a:pt x="165119" y="151684"/>
                  <a:pt x="162999" y="153832"/>
                </a:cubicBezTo>
                <a:cubicBezTo>
                  <a:pt x="160879" y="155981"/>
                  <a:pt x="157585" y="156468"/>
                  <a:pt x="154921" y="155035"/>
                </a:cubicBezTo>
                <a:lnTo>
                  <a:pt x="131545" y="142660"/>
                </a:lnTo>
                <a:cubicBezTo>
                  <a:pt x="124928" y="145238"/>
                  <a:pt x="117652" y="146671"/>
                  <a:pt x="110003" y="14667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13298" y="2640072"/>
            <a:ext cx="275007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13298" y="2896746"/>
            <a:ext cx="274090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Comprehends context and purpose of elements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36618" y="3226755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10003" y="0"/>
                </a:moveTo>
                <a:lnTo>
                  <a:pt x="256674" y="0"/>
                </a:lnTo>
                <a:cubicBezTo>
                  <a:pt x="317386" y="0"/>
                  <a:pt x="366677" y="49291"/>
                  <a:pt x="366677" y="110003"/>
                </a:cubicBezTo>
                <a:lnTo>
                  <a:pt x="366677" y="256674"/>
                </a:lnTo>
                <a:cubicBezTo>
                  <a:pt x="366677" y="317386"/>
                  <a:pt x="317386" y="366677"/>
                  <a:pt x="256674" y="366677"/>
                </a:cubicBezTo>
                <a:lnTo>
                  <a:pt x="110003" y="366677"/>
                </a:lnTo>
                <a:cubicBezTo>
                  <a:pt x="49291" y="366677"/>
                  <a:pt x="0" y="317386"/>
                  <a:pt x="0" y="256674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346621" y="3336758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8878" y="65458"/>
                </a:moveTo>
                <a:cubicBezTo>
                  <a:pt x="22688" y="38816"/>
                  <a:pt x="45634" y="18334"/>
                  <a:pt x="73335" y="18334"/>
                </a:cubicBezTo>
                <a:cubicBezTo>
                  <a:pt x="88518" y="18334"/>
                  <a:pt x="102268" y="24493"/>
                  <a:pt x="112237" y="34433"/>
                </a:cubicBezTo>
                <a:cubicBezTo>
                  <a:pt x="112295" y="34491"/>
                  <a:pt x="112352" y="34548"/>
                  <a:pt x="112409" y="34605"/>
                </a:cubicBezTo>
                <a:lnTo>
                  <a:pt x="114586" y="36668"/>
                </a:lnTo>
                <a:lnTo>
                  <a:pt x="100865" y="36668"/>
                </a:lnTo>
                <a:cubicBezTo>
                  <a:pt x="95794" y="36668"/>
                  <a:pt x="91698" y="40764"/>
                  <a:pt x="91698" y="45835"/>
                </a:cubicBezTo>
                <a:cubicBezTo>
                  <a:pt x="91698" y="50905"/>
                  <a:pt x="95794" y="55002"/>
                  <a:pt x="100865" y="55002"/>
                </a:cubicBezTo>
                <a:lnTo>
                  <a:pt x="137532" y="55002"/>
                </a:lnTo>
                <a:cubicBezTo>
                  <a:pt x="142603" y="55002"/>
                  <a:pt x="146699" y="50905"/>
                  <a:pt x="146699" y="45835"/>
                </a:cubicBezTo>
                <a:lnTo>
                  <a:pt x="146699" y="9167"/>
                </a:lnTo>
                <a:cubicBezTo>
                  <a:pt x="146699" y="4096"/>
                  <a:pt x="142603" y="0"/>
                  <a:pt x="137532" y="0"/>
                </a:cubicBezTo>
                <a:cubicBezTo>
                  <a:pt x="132462" y="0"/>
                  <a:pt x="128365" y="4096"/>
                  <a:pt x="128365" y="9167"/>
                </a:cubicBezTo>
                <a:lnTo>
                  <a:pt x="128365" y="24464"/>
                </a:lnTo>
                <a:lnTo>
                  <a:pt x="125128" y="21399"/>
                </a:lnTo>
                <a:cubicBezTo>
                  <a:pt x="111865" y="8193"/>
                  <a:pt x="93531" y="0"/>
                  <a:pt x="73335" y="0"/>
                </a:cubicBezTo>
                <a:cubicBezTo>
                  <a:pt x="36381" y="0"/>
                  <a:pt x="5815" y="27329"/>
                  <a:pt x="745" y="62879"/>
                </a:cubicBezTo>
                <a:cubicBezTo>
                  <a:pt x="29" y="67892"/>
                  <a:pt x="3495" y="72533"/>
                  <a:pt x="8508" y="73249"/>
                </a:cubicBezTo>
                <a:cubicBezTo>
                  <a:pt x="13521" y="73966"/>
                  <a:pt x="18162" y="70471"/>
                  <a:pt x="18878" y="65486"/>
                </a:cubicBezTo>
                <a:close/>
                <a:moveTo>
                  <a:pt x="145926" y="83791"/>
                </a:moveTo>
                <a:cubicBezTo>
                  <a:pt x="146642" y="78778"/>
                  <a:pt x="143147" y="74137"/>
                  <a:pt x="138163" y="73421"/>
                </a:cubicBezTo>
                <a:cubicBezTo>
                  <a:pt x="133178" y="72705"/>
                  <a:pt x="128509" y="76200"/>
                  <a:pt x="127793" y="81185"/>
                </a:cubicBezTo>
                <a:cubicBezTo>
                  <a:pt x="123983" y="107826"/>
                  <a:pt x="101037" y="128308"/>
                  <a:pt x="73335" y="128308"/>
                </a:cubicBezTo>
                <a:cubicBezTo>
                  <a:pt x="58153" y="128308"/>
                  <a:pt x="44402" y="122149"/>
                  <a:pt x="34433" y="112209"/>
                </a:cubicBezTo>
                <a:cubicBezTo>
                  <a:pt x="34376" y="112152"/>
                  <a:pt x="34319" y="112094"/>
                  <a:pt x="34261" y="112037"/>
                </a:cubicBezTo>
                <a:lnTo>
                  <a:pt x="32084" y="109974"/>
                </a:lnTo>
                <a:lnTo>
                  <a:pt x="45806" y="109974"/>
                </a:lnTo>
                <a:cubicBezTo>
                  <a:pt x="50876" y="109974"/>
                  <a:pt x="54973" y="105878"/>
                  <a:pt x="54973" y="100807"/>
                </a:cubicBezTo>
                <a:cubicBezTo>
                  <a:pt x="54973" y="95737"/>
                  <a:pt x="50876" y="91641"/>
                  <a:pt x="45806" y="91641"/>
                </a:cubicBezTo>
                <a:lnTo>
                  <a:pt x="9167" y="91669"/>
                </a:lnTo>
                <a:cubicBezTo>
                  <a:pt x="6732" y="91669"/>
                  <a:pt x="4383" y="92643"/>
                  <a:pt x="2664" y="94391"/>
                </a:cubicBezTo>
                <a:cubicBezTo>
                  <a:pt x="945" y="96138"/>
                  <a:pt x="-29" y="98458"/>
                  <a:pt x="0" y="100922"/>
                </a:cubicBezTo>
                <a:lnTo>
                  <a:pt x="286" y="137303"/>
                </a:lnTo>
                <a:cubicBezTo>
                  <a:pt x="315" y="142374"/>
                  <a:pt x="4469" y="146442"/>
                  <a:pt x="9539" y="146384"/>
                </a:cubicBezTo>
                <a:cubicBezTo>
                  <a:pt x="14610" y="146327"/>
                  <a:pt x="18678" y="142202"/>
                  <a:pt x="18620" y="137131"/>
                </a:cubicBezTo>
                <a:lnTo>
                  <a:pt x="18506" y="122378"/>
                </a:lnTo>
                <a:lnTo>
                  <a:pt x="21571" y="125272"/>
                </a:lnTo>
                <a:cubicBezTo>
                  <a:pt x="34834" y="138478"/>
                  <a:pt x="53139" y="146671"/>
                  <a:pt x="73335" y="146671"/>
                </a:cubicBezTo>
                <a:cubicBezTo>
                  <a:pt x="110289" y="146671"/>
                  <a:pt x="140855" y="119342"/>
                  <a:pt x="145926" y="8379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13298" y="3226755"/>
            <a:ext cx="246590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Reasoning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713298" y="3483429"/>
            <a:ext cx="24567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Adjusts to visual changes without breaking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41202" y="3818021"/>
            <a:ext cx="3391759" cy="412511"/>
          </a:xfrm>
          <a:custGeom>
            <a:avLst/>
            <a:gdLst/>
            <a:ahLst/>
            <a:cxnLst/>
            <a:rect l="l" t="t" r="r" b="b"/>
            <a:pathLst>
              <a:path w="3391759" h="412511">
                <a:moveTo>
                  <a:pt x="110004" y="0"/>
                </a:moveTo>
                <a:lnTo>
                  <a:pt x="3281755" y="0"/>
                </a:lnTo>
                <a:cubicBezTo>
                  <a:pt x="3342509" y="0"/>
                  <a:pt x="3391759" y="49251"/>
                  <a:pt x="3391759" y="110004"/>
                </a:cubicBezTo>
                <a:lnTo>
                  <a:pt x="3391759" y="302507"/>
                </a:lnTo>
                <a:cubicBezTo>
                  <a:pt x="3391759" y="363261"/>
                  <a:pt x="3342509" y="412511"/>
                  <a:pt x="3281755" y="412511"/>
                </a:cubicBezTo>
                <a:lnTo>
                  <a:pt x="110004" y="412511"/>
                </a:lnTo>
                <a:cubicBezTo>
                  <a:pt x="49291" y="412511"/>
                  <a:pt x="0" y="363220"/>
                  <a:pt x="0" y="302507"/>
                </a:cubicBezTo>
                <a:lnTo>
                  <a:pt x="0" y="110004"/>
                </a:lnTo>
                <a:cubicBezTo>
                  <a:pt x="0" y="49251"/>
                  <a:pt x="49251" y="0"/>
                  <a:pt x="11000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23704" y="3932608"/>
            <a:ext cx="322675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"It doesn't just look at code; it sees the UI"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53280" y="5385564"/>
            <a:ext cx="3767603" cy="1466707"/>
          </a:xfrm>
          <a:custGeom>
            <a:avLst/>
            <a:gdLst/>
            <a:ahLst/>
            <a:cxnLst/>
            <a:rect l="l" t="t" r="r" b="b"/>
            <a:pathLst>
              <a:path w="3767603" h="1466707">
                <a:moveTo>
                  <a:pt x="146671" y="0"/>
                </a:moveTo>
                <a:lnTo>
                  <a:pt x="3620932" y="0"/>
                </a:lnTo>
                <a:cubicBezTo>
                  <a:pt x="3701936" y="0"/>
                  <a:pt x="3767603" y="65667"/>
                  <a:pt x="3767603" y="146671"/>
                </a:cubicBezTo>
                <a:lnTo>
                  <a:pt x="3767603" y="1320036"/>
                </a:lnTo>
                <a:cubicBezTo>
                  <a:pt x="3767603" y="1401040"/>
                  <a:pt x="3701936" y="1466707"/>
                  <a:pt x="3620932" y="1466707"/>
                </a:cubicBezTo>
                <a:lnTo>
                  <a:pt x="146671" y="1466707"/>
                </a:lnTo>
                <a:cubicBezTo>
                  <a:pt x="65721" y="1466707"/>
                  <a:pt x="0" y="1400986"/>
                  <a:pt x="0" y="1320036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95367" y="5568902"/>
            <a:ext cx="348342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Advantage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26615" y="5935579"/>
            <a:ext cx="3620932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6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Selectors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99951" y="6448926"/>
            <a:ext cx="347426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brittle XPath/CSS dependencies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kern="0" spc="102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03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Execution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8617" y="1068989"/>
            <a:ext cx="1153770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Browser-Use Agent that navigates like a human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8617" y="1474467"/>
            <a:ext cx="7538213" cy="2985796"/>
          </a:xfrm>
          <a:custGeom>
            <a:avLst/>
            <a:gdLst/>
            <a:ahLst/>
            <a:cxnLst/>
            <a:rect l="l" t="t" r="r" b="b"/>
            <a:pathLst>
              <a:path w="7538213" h="2985796">
                <a:moveTo>
                  <a:pt x="147439" y="0"/>
                </a:moveTo>
                <a:lnTo>
                  <a:pt x="7390775" y="0"/>
                </a:lnTo>
                <a:cubicBezTo>
                  <a:pt x="7472203" y="0"/>
                  <a:pt x="7538213" y="66011"/>
                  <a:pt x="7538213" y="147439"/>
                </a:cubicBezTo>
                <a:lnTo>
                  <a:pt x="7538213" y="2838357"/>
                </a:lnTo>
                <a:cubicBezTo>
                  <a:pt x="7538213" y="2919785"/>
                  <a:pt x="7472203" y="2985796"/>
                  <a:pt x="7390775" y="2985796"/>
                </a:cubicBezTo>
                <a:lnTo>
                  <a:pt x="147439" y="2985796"/>
                </a:lnTo>
                <a:cubicBezTo>
                  <a:pt x="66011" y="2985796"/>
                  <a:pt x="0" y="2919785"/>
                  <a:pt x="0" y="2838357"/>
                </a:cubicBezTo>
                <a:lnTo>
                  <a:pt x="0" y="147439"/>
                </a:lnTo>
                <a:cubicBezTo>
                  <a:pt x="0" y="66065"/>
                  <a:pt x="66065" y="0"/>
                  <a:pt x="1474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2925" y="1658776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147447" y="0"/>
                </a:moveTo>
                <a:lnTo>
                  <a:pt x="442340" y="0"/>
                </a:lnTo>
                <a:cubicBezTo>
                  <a:pt x="523773" y="0"/>
                  <a:pt x="589787" y="66014"/>
                  <a:pt x="589787" y="147447"/>
                </a:cubicBezTo>
                <a:lnTo>
                  <a:pt x="589787" y="442340"/>
                </a:lnTo>
                <a:cubicBezTo>
                  <a:pt x="589787" y="523773"/>
                  <a:pt x="523773" y="589787"/>
                  <a:pt x="442340" y="589787"/>
                </a:cubicBezTo>
                <a:lnTo>
                  <a:pt x="147447" y="589787"/>
                </a:lnTo>
                <a:cubicBezTo>
                  <a:pt x="66014" y="589787"/>
                  <a:pt x="0" y="523773"/>
                  <a:pt x="0" y="442340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33" y="1815438"/>
            <a:ext cx="345578" cy="276463"/>
          </a:xfrm>
          <a:custGeom>
            <a:avLst/>
            <a:gdLst/>
            <a:ahLst/>
            <a:cxnLst/>
            <a:rect l="l" t="t" r="r" b="b"/>
            <a:pathLst>
              <a:path w="345578" h="276463">
                <a:moveTo>
                  <a:pt x="190068" y="0"/>
                </a:moveTo>
                <a:cubicBezTo>
                  <a:pt x="190068" y="-9557"/>
                  <a:pt x="182347" y="-17279"/>
                  <a:pt x="172789" y="-17279"/>
                </a:cubicBezTo>
                <a:cubicBezTo>
                  <a:pt x="163232" y="-17279"/>
                  <a:pt x="155510" y="-9557"/>
                  <a:pt x="155510" y="0"/>
                </a:cubicBezTo>
                <a:lnTo>
                  <a:pt x="155510" y="34558"/>
                </a:lnTo>
                <a:lnTo>
                  <a:pt x="103673" y="34558"/>
                </a:lnTo>
                <a:cubicBezTo>
                  <a:pt x="75055" y="34558"/>
                  <a:pt x="51837" y="57776"/>
                  <a:pt x="51837" y="86395"/>
                </a:cubicBezTo>
                <a:lnTo>
                  <a:pt x="51837" y="207347"/>
                </a:lnTo>
                <a:cubicBezTo>
                  <a:pt x="51837" y="235965"/>
                  <a:pt x="75055" y="259184"/>
                  <a:pt x="103673" y="259184"/>
                </a:cubicBezTo>
                <a:lnTo>
                  <a:pt x="241905" y="259184"/>
                </a:lnTo>
                <a:cubicBezTo>
                  <a:pt x="270523" y="259184"/>
                  <a:pt x="293741" y="235965"/>
                  <a:pt x="293741" y="207347"/>
                </a:cubicBezTo>
                <a:lnTo>
                  <a:pt x="293741" y="86395"/>
                </a:lnTo>
                <a:cubicBezTo>
                  <a:pt x="293741" y="57776"/>
                  <a:pt x="270523" y="34558"/>
                  <a:pt x="241905" y="34558"/>
                </a:cubicBezTo>
                <a:lnTo>
                  <a:pt x="190068" y="34558"/>
                </a:lnTo>
                <a:lnTo>
                  <a:pt x="190068" y="0"/>
                </a:lnTo>
                <a:close/>
                <a:moveTo>
                  <a:pt x="86395" y="198707"/>
                </a:moveTo>
                <a:cubicBezTo>
                  <a:pt x="86395" y="191526"/>
                  <a:pt x="92172" y="185748"/>
                  <a:pt x="99354" y="185748"/>
                </a:cubicBezTo>
                <a:lnTo>
                  <a:pt x="116633" y="185748"/>
                </a:lnTo>
                <a:cubicBezTo>
                  <a:pt x="123814" y="185748"/>
                  <a:pt x="129592" y="191526"/>
                  <a:pt x="129592" y="198707"/>
                </a:cubicBezTo>
                <a:cubicBezTo>
                  <a:pt x="129592" y="205889"/>
                  <a:pt x="123814" y="211667"/>
                  <a:pt x="116633" y="211667"/>
                </a:cubicBezTo>
                <a:lnTo>
                  <a:pt x="99354" y="211667"/>
                </a:lnTo>
                <a:cubicBezTo>
                  <a:pt x="92172" y="211667"/>
                  <a:pt x="86395" y="205889"/>
                  <a:pt x="86395" y="198707"/>
                </a:cubicBezTo>
                <a:close/>
                <a:moveTo>
                  <a:pt x="151190" y="198707"/>
                </a:moveTo>
                <a:cubicBezTo>
                  <a:pt x="151190" y="191526"/>
                  <a:pt x="156968" y="185748"/>
                  <a:pt x="164150" y="185748"/>
                </a:cubicBezTo>
                <a:lnTo>
                  <a:pt x="181429" y="185748"/>
                </a:lnTo>
                <a:cubicBezTo>
                  <a:pt x="188610" y="185748"/>
                  <a:pt x="194388" y="191526"/>
                  <a:pt x="194388" y="198707"/>
                </a:cubicBezTo>
                <a:cubicBezTo>
                  <a:pt x="194388" y="205889"/>
                  <a:pt x="188610" y="211667"/>
                  <a:pt x="181429" y="211667"/>
                </a:cubicBezTo>
                <a:lnTo>
                  <a:pt x="164150" y="211667"/>
                </a:lnTo>
                <a:cubicBezTo>
                  <a:pt x="156968" y="211667"/>
                  <a:pt x="151190" y="205889"/>
                  <a:pt x="151190" y="198707"/>
                </a:cubicBezTo>
                <a:close/>
                <a:moveTo>
                  <a:pt x="215986" y="198707"/>
                </a:moveTo>
                <a:cubicBezTo>
                  <a:pt x="215986" y="191526"/>
                  <a:pt x="221764" y="185748"/>
                  <a:pt x="228946" y="185748"/>
                </a:cubicBezTo>
                <a:lnTo>
                  <a:pt x="246224" y="185748"/>
                </a:lnTo>
                <a:cubicBezTo>
                  <a:pt x="253406" y="185748"/>
                  <a:pt x="259184" y="191526"/>
                  <a:pt x="259184" y="198707"/>
                </a:cubicBezTo>
                <a:cubicBezTo>
                  <a:pt x="259184" y="205889"/>
                  <a:pt x="253406" y="211667"/>
                  <a:pt x="246224" y="211667"/>
                </a:cubicBezTo>
                <a:lnTo>
                  <a:pt x="228946" y="211667"/>
                </a:lnTo>
                <a:cubicBezTo>
                  <a:pt x="221764" y="211667"/>
                  <a:pt x="215986" y="205889"/>
                  <a:pt x="215986" y="198707"/>
                </a:cubicBezTo>
                <a:close/>
                <a:moveTo>
                  <a:pt x="120952" y="95034"/>
                </a:moveTo>
                <a:cubicBezTo>
                  <a:pt x="135257" y="95034"/>
                  <a:pt x="146871" y="106648"/>
                  <a:pt x="146871" y="120952"/>
                </a:cubicBezTo>
                <a:cubicBezTo>
                  <a:pt x="146871" y="135257"/>
                  <a:pt x="135257" y="146871"/>
                  <a:pt x="120952" y="146871"/>
                </a:cubicBezTo>
                <a:cubicBezTo>
                  <a:pt x="106648" y="146871"/>
                  <a:pt x="95034" y="135257"/>
                  <a:pt x="95034" y="120952"/>
                </a:cubicBezTo>
                <a:cubicBezTo>
                  <a:pt x="95034" y="106648"/>
                  <a:pt x="106648" y="95034"/>
                  <a:pt x="120952" y="95034"/>
                </a:cubicBezTo>
                <a:close/>
                <a:moveTo>
                  <a:pt x="198707" y="120952"/>
                </a:moveTo>
                <a:cubicBezTo>
                  <a:pt x="198707" y="106648"/>
                  <a:pt x="210321" y="95034"/>
                  <a:pt x="224626" y="95034"/>
                </a:cubicBezTo>
                <a:cubicBezTo>
                  <a:pt x="238931" y="95034"/>
                  <a:pt x="250544" y="106648"/>
                  <a:pt x="250544" y="120952"/>
                </a:cubicBezTo>
                <a:cubicBezTo>
                  <a:pt x="250544" y="135257"/>
                  <a:pt x="238931" y="146871"/>
                  <a:pt x="224626" y="146871"/>
                </a:cubicBezTo>
                <a:cubicBezTo>
                  <a:pt x="210321" y="146871"/>
                  <a:pt x="198707" y="135257"/>
                  <a:pt x="198707" y="120952"/>
                </a:cubicBezTo>
                <a:close/>
                <a:moveTo>
                  <a:pt x="34558" y="120952"/>
                </a:moveTo>
                <a:cubicBezTo>
                  <a:pt x="34558" y="111395"/>
                  <a:pt x="26836" y="103673"/>
                  <a:pt x="17279" y="103673"/>
                </a:cubicBezTo>
                <a:cubicBezTo>
                  <a:pt x="7722" y="103673"/>
                  <a:pt x="0" y="111395"/>
                  <a:pt x="0" y="120952"/>
                </a:cubicBezTo>
                <a:lnTo>
                  <a:pt x="0" y="172789"/>
                </a:lnTo>
                <a:cubicBezTo>
                  <a:pt x="0" y="182347"/>
                  <a:pt x="7722" y="190068"/>
                  <a:pt x="17279" y="190068"/>
                </a:cubicBezTo>
                <a:cubicBezTo>
                  <a:pt x="26836" y="190068"/>
                  <a:pt x="34558" y="182347"/>
                  <a:pt x="34558" y="172789"/>
                </a:cubicBezTo>
                <a:lnTo>
                  <a:pt x="34558" y="120952"/>
                </a:lnTo>
                <a:close/>
                <a:moveTo>
                  <a:pt x="328299" y="103673"/>
                </a:moveTo>
                <a:cubicBezTo>
                  <a:pt x="318742" y="103673"/>
                  <a:pt x="311020" y="111395"/>
                  <a:pt x="311020" y="120952"/>
                </a:cubicBezTo>
                <a:lnTo>
                  <a:pt x="311020" y="172789"/>
                </a:lnTo>
                <a:cubicBezTo>
                  <a:pt x="311020" y="182347"/>
                  <a:pt x="318742" y="190068"/>
                  <a:pt x="328299" y="190068"/>
                </a:cubicBezTo>
                <a:cubicBezTo>
                  <a:pt x="337857" y="190068"/>
                  <a:pt x="345578" y="182347"/>
                  <a:pt x="345578" y="172789"/>
                </a:cubicBezTo>
                <a:lnTo>
                  <a:pt x="345578" y="120952"/>
                </a:lnTo>
                <a:cubicBezTo>
                  <a:pt x="345578" y="111395"/>
                  <a:pt x="337857" y="103673"/>
                  <a:pt x="328299" y="1036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0159" y="1677206"/>
            <a:ext cx="2561887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Agent Navigation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0159" y="2008961"/>
            <a:ext cx="252502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Powered by browser-use + Playwright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7533" y="2400617"/>
            <a:ext cx="3520290" cy="967619"/>
          </a:xfrm>
          <a:custGeom>
            <a:avLst/>
            <a:gdLst/>
            <a:ahLst/>
            <a:cxnLst/>
            <a:rect l="l" t="t" r="r" b="b"/>
            <a:pathLst>
              <a:path w="3520290" h="967619">
                <a:moveTo>
                  <a:pt x="110589" y="0"/>
                </a:moveTo>
                <a:lnTo>
                  <a:pt x="3409701" y="0"/>
                </a:lnTo>
                <a:cubicBezTo>
                  <a:pt x="3470778" y="0"/>
                  <a:pt x="3520290" y="49512"/>
                  <a:pt x="3520290" y="110589"/>
                </a:cubicBezTo>
                <a:lnTo>
                  <a:pt x="3520290" y="857030"/>
                </a:lnTo>
                <a:cubicBezTo>
                  <a:pt x="3520290" y="918107"/>
                  <a:pt x="3470778" y="967619"/>
                  <a:pt x="3409701" y="967619"/>
                </a:cubicBezTo>
                <a:lnTo>
                  <a:pt x="110589" y="967619"/>
                </a:lnTo>
                <a:cubicBezTo>
                  <a:pt x="49512" y="967619"/>
                  <a:pt x="0" y="918107"/>
                  <a:pt x="0" y="857030"/>
                </a:cubicBezTo>
                <a:lnTo>
                  <a:pt x="0" y="110589"/>
                </a:lnTo>
                <a:cubicBezTo>
                  <a:pt x="0" y="49512"/>
                  <a:pt x="49512" y="0"/>
                  <a:pt x="110589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7234" y="2589533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22261" y="720"/>
                </a:moveTo>
                <a:cubicBezTo>
                  <a:pt x="24594" y="-461"/>
                  <a:pt x="27416" y="-202"/>
                  <a:pt x="29489" y="1382"/>
                </a:cubicBezTo>
                <a:lnTo>
                  <a:pt x="121644" y="70469"/>
                </a:lnTo>
                <a:cubicBezTo>
                  <a:pt x="124034" y="72255"/>
                  <a:pt x="124984" y="75365"/>
                  <a:pt x="124063" y="78187"/>
                </a:cubicBezTo>
                <a:cubicBezTo>
                  <a:pt x="123141" y="81009"/>
                  <a:pt x="120492" y="82910"/>
                  <a:pt x="117497" y="82910"/>
                </a:cubicBezTo>
                <a:lnTo>
                  <a:pt x="73637" y="82910"/>
                </a:lnTo>
                <a:lnTo>
                  <a:pt x="99239" y="134084"/>
                </a:lnTo>
                <a:cubicBezTo>
                  <a:pt x="101514" y="138634"/>
                  <a:pt x="99671" y="144164"/>
                  <a:pt x="95120" y="146439"/>
                </a:cubicBezTo>
                <a:cubicBezTo>
                  <a:pt x="90570" y="148714"/>
                  <a:pt x="85041" y="146871"/>
                  <a:pt x="82766" y="142321"/>
                </a:cubicBezTo>
                <a:lnTo>
                  <a:pt x="57164" y="91146"/>
                </a:lnTo>
                <a:lnTo>
                  <a:pt x="30872" y="126222"/>
                </a:lnTo>
                <a:cubicBezTo>
                  <a:pt x="29086" y="128613"/>
                  <a:pt x="25976" y="129563"/>
                  <a:pt x="23154" y="128641"/>
                </a:cubicBezTo>
                <a:cubicBezTo>
                  <a:pt x="20332" y="127720"/>
                  <a:pt x="18431" y="125071"/>
                  <a:pt x="18431" y="122104"/>
                </a:cubicBezTo>
                <a:lnTo>
                  <a:pt x="18431" y="6912"/>
                </a:lnTo>
                <a:cubicBezTo>
                  <a:pt x="18431" y="4291"/>
                  <a:pt x="19900" y="1901"/>
                  <a:pt x="22261" y="72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7619" y="2552671"/>
            <a:ext cx="140074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Contextual Clicking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9587" y="2847565"/>
            <a:ext cx="3280689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Clicks elements based on visual appearance and context, not coordinates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96472" y="2400617"/>
            <a:ext cx="3520290" cy="967619"/>
          </a:xfrm>
          <a:custGeom>
            <a:avLst/>
            <a:gdLst/>
            <a:ahLst/>
            <a:cxnLst/>
            <a:rect l="l" t="t" r="r" b="b"/>
            <a:pathLst>
              <a:path w="3520290" h="967619">
                <a:moveTo>
                  <a:pt x="110589" y="0"/>
                </a:moveTo>
                <a:lnTo>
                  <a:pt x="3409701" y="0"/>
                </a:lnTo>
                <a:cubicBezTo>
                  <a:pt x="3470778" y="0"/>
                  <a:pt x="3520290" y="49512"/>
                  <a:pt x="3520290" y="110589"/>
                </a:cubicBezTo>
                <a:lnTo>
                  <a:pt x="3520290" y="857030"/>
                </a:lnTo>
                <a:cubicBezTo>
                  <a:pt x="3520290" y="918107"/>
                  <a:pt x="3470778" y="967619"/>
                  <a:pt x="3409701" y="967619"/>
                </a:cubicBezTo>
                <a:lnTo>
                  <a:pt x="110589" y="967619"/>
                </a:lnTo>
                <a:cubicBezTo>
                  <a:pt x="49512" y="967619"/>
                  <a:pt x="0" y="918107"/>
                  <a:pt x="0" y="857030"/>
                </a:cubicBezTo>
                <a:lnTo>
                  <a:pt x="0" y="110589"/>
                </a:lnTo>
                <a:cubicBezTo>
                  <a:pt x="0" y="49512"/>
                  <a:pt x="49512" y="0"/>
                  <a:pt x="110589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57741" y="2589533"/>
            <a:ext cx="165878" cy="147447"/>
          </a:xfrm>
          <a:custGeom>
            <a:avLst/>
            <a:gdLst/>
            <a:ahLst/>
            <a:cxnLst/>
            <a:rect l="l" t="t" r="r" b="b"/>
            <a:pathLst>
              <a:path w="165878" h="147447">
                <a:moveTo>
                  <a:pt x="18431" y="18431"/>
                </a:moveTo>
                <a:cubicBezTo>
                  <a:pt x="8265" y="18431"/>
                  <a:pt x="0" y="26696"/>
                  <a:pt x="0" y="36862"/>
                </a:cubicBezTo>
                <a:lnTo>
                  <a:pt x="0" y="110585"/>
                </a:lnTo>
                <a:cubicBezTo>
                  <a:pt x="0" y="120751"/>
                  <a:pt x="8265" y="129016"/>
                  <a:pt x="18431" y="129016"/>
                </a:cubicBezTo>
                <a:lnTo>
                  <a:pt x="147447" y="129016"/>
                </a:lnTo>
                <a:cubicBezTo>
                  <a:pt x="157612" y="129016"/>
                  <a:pt x="165878" y="120751"/>
                  <a:pt x="165878" y="110585"/>
                </a:cubicBezTo>
                <a:lnTo>
                  <a:pt x="165878" y="36862"/>
                </a:lnTo>
                <a:cubicBezTo>
                  <a:pt x="165878" y="26696"/>
                  <a:pt x="157612" y="18431"/>
                  <a:pt x="147447" y="18431"/>
                </a:cubicBezTo>
                <a:lnTo>
                  <a:pt x="18431" y="18431"/>
                </a:lnTo>
                <a:close/>
                <a:moveTo>
                  <a:pt x="23039" y="36862"/>
                </a:moveTo>
                <a:lnTo>
                  <a:pt x="32254" y="36862"/>
                </a:lnTo>
                <a:cubicBezTo>
                  <a:pt x="34788" y="36862"/>
                  <a:pt x="36862" y="38935"/>
                  <a:pt x="36862" y="41469"/>
                </a:cubicBezTo>
                <a:lnTo>
                  <a:pt x="36862" y="50685"/>
                </a:lnTo>
                <a:cubicBezTo>
                  <a:pt x="36862" y="53219"/>
                  <a:pt x="34788" y="55293"/>
                  <a:pt x="32254" y="55293"/>
                </a:cubicBezTo>
                <a:lnTo>
                  <a:pt x="23039" y="55293"/>
                </a:lnTo>
                <a:cubicBezTo>
                  <a:pt x="20504" y="55293"/>
                  <a:pt x="18431" y="53219"/>
                  <a:pt x="18431" y="50685"/>
                </a:cubicBezTo>
                <a:lnTo>
                  <a:pt x="18431" y="41469"/>
                </a:lnTo>
                <a:cubicBezTo>
                  <a:pt x="18431" y="38935"/>
                  <a:pt x="20504" y="36862"/>
                  <a:pt x="23039" y="36862"/>
                </a:cubicBezTo>
                <a:close/>
                <a:moveTo>
                  <a:pt x="18431" y="69116"/>
                </a:moveTo>
                <a:cubicBezTo>
                  <a:pt x="18431" y="66581"/>
                  <a:pt x="20504" y="64508"/>
                  <a:pt x="23039" y="64508"/>
                </a:cubicBezTo>
                <a:lnTo>
                  <a:pt x="32254" y="64508"/>
                </a:lnTo>
                <a:cubicBezTo>
                  <a:pt x="34788" y="64508"/>
                  <a:pt x="36862" y="66581"/>
                  <a:pt x="36862" y="69116"/>
                </a:cubicBezTo>
                <a:lnTo>
                  <a:pt x="36862" y="78331"/>
                </a:lnTo>
                <a:cubicBezTo>
                  <a:pt x="36862" y="80865"/>
                  <a:pt x="34788" y="82939"/>
                  <a:pt x="32254" y="82939"/>
                </a:cubicBezTo>
                <a:lnTo>
                  <a:pt x="23039" y="82939"/>
                </a:lnTo>
                <a:cubicBezTo>
                  <a:pt x="20504" y="82939"/>
                  <a:pt x="18431" y="80865"/>
                  <a:pt x="18431" y="78331"/>
                </a:cubicBezTo>
                <a:lnTo>
                  <a:pt x="18431" y="69116"/>
                </a:lnTo>
                <a:close/>
                <a:moveTo>
                  <a:pt x="50685" y="36862"/>
                </a:moveTo>
                <a:lnTo>
                  <a:pt x="59900" y="36862"/>
                </a:lnTo>
                <a:cubicBezTo>
                  <a:pt x="62434" y="36862"/>
                  <a:pt x="64508" y="38935"/>
                  <a:pt x="64508" y="41469"/>
                </a:cubicBezTo>
                <a:lnTo>
                  <a:pt x="64508" y="50685"/>
                </a:lnTo>
                <a:cubicBezTo>
                  <a:pt x="64508" y="53219"/>
                  <a:pt x="62434" y="55293"/>
                  <a:pt x="59900" y="55293"/>
                </a:cubicBezTo>
                <a:lnTo>
                  <a:pt x="50685" y="55293"/>
                </a:lnTo>
                <a:cubicBezTo>
                  <a:pt x="48151" y="55293"/>
                  <a:pt x="46077" y="53219"/>
                  <a:pt x="46077" y="50685"/>
                </a:cubicBezTo>
                <a:lnTo>
                  <a:pt x="46077" y="41469"/>
                </a:lnTo>
                <a:cubicBezTo>
                  <a:pt x="46077" y="38935"/>
                  <a:pt x="48151" y="36862"/>
                  <a:pt x="50685" y="36862"/>
                </a:cubicBezTo>
                <a:close/>
                <a:moveTo>
                  <a:pt x="46077" y="69116"/>
                </a:moveTo>
                <a:cubicBezTo>
                  <a:pt x="46077" y="66581"/>
                  <a:pt x="48151" y="64508"/>
                  <a:pt x="50685" y="64508"/>
                </a:cubicBezTo>
                <a:lnTo>
                  <a:pt x="59900" y="64508"/>
                </a:lnTo>
                <a:cubicBezTo>
                  <a:pt x="62434" y="64508"/>
                  <a:pt x="64508" y="66581"/>
                  <a:pt x="64508" y="69116"/>
                </a:cubicBezTo>
                <a:lnTo>
                  <a:pt x="64508" y="78331"/>
                </a:lnTo>
                <a:cubicBezTo>
                  <a:pt x="64508" y="80865"/>
                  <a:pt x="62434" y="82939"/>
                  <a:pt x="59900" y="82939"/>
                </a:cubicBezTo>
                <a:lnTo>
                  <a:pt x="50685" y="82939"/>
                </a:lnTo>
                <a:cubicBezTo>
                  <a:pt x="48151" y="82939"/>
                  <a:pt x="46077" y="80865"/>
                  <a:pt x="46077" y="78331"/>
                </a:cubicBezTo>
                <a:lnTo>
                  <a:pt x="46077" y="69116"/>
                </a:lnTo>
                <a:close/>
                <a:moveTo>
                  <a:pt x="50685" y="92154"/>
                </a:moveTo>
                <a:lnTo>
                  <a:pt x="115193" y="92154"/>
                </a:lnTo>
                <a:cubicBezTo>
                  <a:pt x="117727" y="92154"/>
                  <a:pt x="119800" y="94228"/>
                  <a:pt x="119800" y="96762"/>
                </a:cubicBezTo>
                <a:lnTo>
                  <a:pt x="119800" y="105977"/>
                </a:lnTo>
                <a:cubicBezTo>
                  <a:pt x="119800" y="108512"/>
                  <a:pt x="117727" y="110585"/>
                  <a:pt x="115193" y="110585"/>
                </a:cubicBezTo>
                <a:lnTo>
                  <a:pt x="50685" y="110585"/>
                </a:lnTo>
                <a:cubicBezTo>
                  <a:pt x="48151" y="110585"/>
                  <a:pt x="46077" y="108512"/>
                  <a:pt x="46077" y="105977"/>
                </a:cubicBezTo>
                <a:lnTo>
                  <a:pt x="46077" y="96762"/>
                </a:lnTo>
                <a:cubicBezTo>
                  <a:pt x="46077" y="94228"/>
                  <a:pt x="48151" y="92154"/>
                  <a:pt x="50685" y="92154"/>
                </a:cubicBezTo>
                <a:close/>
                <a:moveTo>
                  <a:pt x="73723" y="41469"/>
                </a:moveTo>
                <a:cubicBezTo>
                  <a:pt x="73723" y="38935"/>
                  <a:pt x="75797" y="36862"/>
                  <a:pt x="78331" y="36862"/>
                </a:cubicBezTo>
                <a:lnTo>
                  <a:pt x="87546" y="36862"/>
                </a:lnTo>
                <a:cubicBezTo>
                  <a:pt x="90081" y="36862"/>
                  <a:pt x="92154" y="38935"/>
                  <a:pt x="92154" y="41469"/>
                </a:cubicBezTo>
                <a:lnTo>
                  <a:pt x="92154" y="50685"/>
                </a:lnTo>
                <a:cubicBezTo>
                  <a:pt x="92154" y="53219"/>
                  <a:pt x="90081" y="55293"/>
                  <a:pt x="87546" y="55293"/>
                </a:cubicBezTo>
                <a:lnTo>
                  <a:pt x="78331" y="55293"/>
                </a:lnTo>
                <a:cubicBezTo>
                  <a:pt x="75797" y="55293"/>
                  <a:pt x="73723" y="53219"/>
                  <a:pt x="73723" y="50685"/>
                </a:cubicBezTo>
                <a:lnTo>
                  <a:pt x="73723" y="41469"/>
                </a:lnTo>
                <a:close/>
                <a:moveTo>
                  <a:pt x="78331" y="64508"/>
                </a:moveTo>
                <a:lnTo>
                  <a:pt x="87546" y="64508"/>
                </a:lnTo>
                <a:cubicBezTo>
                  <a:pt x="90081" y="64508"/>
                  <a:pt x="92154" y="66581"/>
                  <a:pt x="92154" y="69116"/>
                </a:cubicBezTo>
                <a:lnTo>
                  <a:pt x="92154" y="78331"/>
                </a:lnTo>
                <a:cubicBezTo>
                  <a:pt x="92154" y="80865"/>
                  <a:pt x="90081" y="82939"/>
                  <a:pt x="87546" y="82939"/>
                </a:cubicBezTo>
                <a:lnTo>
                  <a:pt x="78331" y="82939"/>
                </a:lnTo>
                <a:cubicBezTo>
                  <a:pt x="75797" y="82939"/>
                  <a:pt x="73723" y="80865"/>
                  <a:pt x="73723" y="78331"/>
                </a:cubicBezTo>
                <a:lnTo>
                  <a:pt x="73723" y="69116"/>
                </a:lnTo>
                <a:cubicBezTo>
                  <a:pt x="73723" y="66581"/>
                  <a:pt x="75797" y="64508"/>
                  <a:pt x="78331" y="64508"/>
                </a:cubicBezTo>
                <a:close/>
                <a:moveTo>
                  <a:pt x="101370" y="41469"/>
                </a:moveTo>
                <a:cubicBezTo>
                  <a:pt x="101370" y="38935"/>
                  <a:pt x="103443" y="36862"/>
                  <a:pt x="105977" y="36862"/>
                </a:cubicBezTo>
                <a:lnTo>
                  <a:pt x="115193" y="36862"/>
                </a:lnTo>
                <a:cubicBezTo>
                  <a:pt x="117727" y="36862"/>
                  <a:pt x="119800" y="38935"/>
                  <a:pt x="119800" y="41469"/>
                </a:cubicBezTo>
                <a:lnTo>
                  <a:pt x="119800" y="50685"/>
                </a:lnTo>
                <a:cubicBezTo>
                  <a:pt x="119800" y="53219"/>
                  <a:pt x="117727" y="55293"/>
                  <a:pt x="115193" y="55293"/>
                </a:cubicBezTo>
                <a:lnTo>
                  <a:pt x="105977" y="55293"/>
                </a:lnTo>
                <a:cubicBezTo>
                  <a:pt x="103443" y="55293"/>
                  <a:pt x="101370" y="53219"/>
                  <a:pt x="101370" y="50685"/>
                </a:cubicBezTo>
                <a:lnTo>
                  <a:pt x="101370" y="41469"/>
                </a:lnTo>
                <a:close/>
                <a:moveTo>
                  <a:pt x="105977" y="64508"/>
                </a:moveTo>
                <a:lnTo>
                  <a:pt x="115193" y="64508"/>
                </a:lnTo>
                <a:cubicBezTo>
                  <a:pt x="117727" y="64508"/>
                  <a:pt x="119800" y="66581"/>
                  <a:pt x="119800" y="69116"/>
                </a:cubicBezTo>
                <a:lnTo>
                  <a:pt x="119800" y="78331"/>
                </a:lnTo>
                <a:cubicBezTo>
                  <a:pt x="119800" y="80865"/>
                  <a:pt x="117727" y="82939"/>
                  <a:pt x="115193" y="82939"/>
                </a:cubicBezTo>
                <a:lnTo>
                  <a:pt x="105977" y="82939"/>
                </a:lnTo>
                <a:cubicBezTo>
                  <a:pt x="103443" y="82939"/>
                  <a:pt x="101370" y="80865"/>
                  <a:pt x="101370" y="78331"/>
                </a:cubicBezTo>
                <a:lnTo>
                  <a:pt x="101370" y="69116"/>
                </a:lnTo>
                <a:cubicBezTo>
                  <a:pt x="101370" y="66581"/>
                  <a:pt x="103443" y="64508"/>
                  <a:pt x="105977" y="64508"/>
                </a:cubicBezTo>
                <a:close/>
                <a:moveTo>
                  <a:pt x="129016" y="41469"/>
                </a:moveTo>
                <a:cubicBezTo>
                  <a:pt x="129016" y="38935"/>
                  <a:pt x="131089" y="36862"/>
                  <a:pt x="133624" y="36862"/>
                </a:cubicBezTo>
                <a:lnTo>
                  <a:pt x="142839" y="36862"/>
                </a:lnTo>
                <a:cubicBezTo>
                  <a:pt x="145373" y="36862"/>
                  <a:pt x="147447" y="38935"/>
                  <a:pt x="147447" y="41469"/>
                </a:cubicBezTo>
                <a:lnTo>
                  <a:pt x="147447" y="50685"/>
                </a:lnTo>
                <a:cubicBezTo>
                  <a:pt x="147447" y="53219"/>
                  <a:pt x="145373" y="55293"/>
                  <a:pt x="142839" y="55293"/>
                </a:cubicBezTo>
                <a:lnTo>
                  <a:pt x="133624" y="55293"/>
                </a:lnTo>
                <a:cubicBezTo>
                  <a:pt x="131089" y="55293"/>
                  <a:pt x="129016" y="53219"/>
                  <a:pt x="129016" y="50685"/>
                </a:cubicBezTo>
                <a:lnTo>
                  <a:pt x="129016" y="41469"/>
                </a:lnTo>
                <a:close/>
                <a:moveTo>
                  <a:pt x="133624" y="64508"/>
                </a:moveTo>
                <a:lnTo>
                  <a:pt x="142839" y="64508"/>
                </a:lnTo>
                <a:cubicBezTo>
                  <a:pt x="145373" y="64508"/>
                  <a:pt x="147447" y="66581"/>
                  <a:pt x="147447" y="69116"/>
                </a:cubicBezTo>
                <a:lnTo>
                  <a:pt x="147447" y="78331"/>
                </a:lnTo>
                <a:cubicBezTo>
                  <a:pt x="147447" y="80865"/>
                  <a:pt x="145373" y="82939"/>
                  <a:pt x="142839" y="82939"/>
                </a:cubicBezTo>
                <a:lnTo>
                  <a:pt x="133624" y="82939"/>
                </a:lnTo>
                <a:cubicBezTo>
                  <a:pt x="131089" y="82939"/>
                  <a:pt x="129016" y="80865"/>
                  <a:pt x="129016" y="78331"/>
                </a:cubicBezTo>
                <a:lnTo>
                  <a:pt x="129016" y="69116"/>
                </a:lnTo>
                <a:cubicBezTo>
                  <a:pt x="129016" y="66581"/>
                  <a:pt x="131089" y="64508"/>
                  <a:pt x="133624" y="64508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06558" y="2552671"/>
            <a:ext cx="129937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Form Filling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8526" y="2847565"/>
            <a:ext cx="3280689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Understands form fields and fills with appropriate test 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7533" y="3488036"/>
            <a:ext cx="3520290" cy="783311"/>
          </a:xfrm>
          <a:custGeom>
            <a:avLst/>
            <a:gdLst/>
            <a:ahLst/>
            <a:cxnLst/>
            <a:rect l="l" t="t" r="r" b="b"/>
            <a:pathLst>
              <a:path w="3520290" h="783311">
                <a:moveTo>
                  <a:pt x="110588" y="0"/>
                </a:moveTo>
                <a:lnTo>
                  <a:pt x="3409702" y="0"/>
                </a:lnTo>
                <a:cubicBezTo>
                  <a:pt x="3470778" y="0"/>
                  <a:pt x="3520290" y="49512"/>
                  <a:pt x="3520290" y="110588"/>
                </a:cubicBezTo>
                <a:lnTo>
                  <a:pt x="3520290" y="672723"/>
                </a:lnTo>
                <a:cubicBezTo>
                  <a:pt x="3520290" y="733799"/>
                  <a:pt x="3470778" y="783311"/>
                  <a:pt x="3409702" y="783311"/>
                </a:cubicBezTo>
                <a:lnTo>
                  <a:pt x="110588" y="783311"/>
                </a:lnTo>
                <a:cubicBezTo>
                  <a:pt x="49512" y="783311"/>
                  <a:pt x="0" y="733799"/>
                  <a:pt x="0" y="672723"/>
                </a:cubicBezTo>
                <a:lnTo>
                  <a:pt x="0" y="110588"/>
                </a:lnTo>
                <a:cubicBezTo>
                  <a:pt x="0" y="49553"/>
                  <a:pt x="49553" y="0"/>
                  <a:pt x="110588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8018" y="3676952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147447"/>
                </a:moveTo>
                <a:cubicBezTo>
                  <a:pt x="114412" y="147447"/>
                  <a:pt x="147447" y="114412"/>
                  <a:pt x="147447" y="73723"/>
                </a:cubicBezTo>
                <a:cubicBezTo>
                  <a:pt x="147447" y="33034"/>
                  <a:pt x="114412" y="0"/>
                  <a:pt x="73723" y="0"/>
                </a:cubicBezTo>
                <a:cubicBezTo>
                  <a:pt x="33034" y="0"/>
                  <a:pt x="0" y="33034"/>
                  <a:pt x="0" y="73723"/>
                </a:cubicBezTo>
                <a:cubicBezTo>
                  <a:pt x="0" y="114412"/>
                  <a:pt x="33034" y="147447"/>
                  <a:pt x="73723" y="147447"/>
                </a:cubicBezTo>
                <a:close/>
                <a:moveTo>
                  <a:pt x="98029" y="61254"/>
                </a:moveTo>
                <a:lnTo>
                  <a:pt x="74990" y="98115"/>
                </a:lnTo>
                <a:cubicBezTo>
                  <a:pt x="73781" y="100045"/>
                  <a:pt x="71707" y="101254"/>
                  <a:pt x="69432" y="101370"/>
                </a:cubicBezTo>
                <a:cubicBezTo>
                  <a:pt x="67157" y="101485"/>
                  <a:pt x="64969" y="100448"/>
                  <a:pt x="63615" y="98605"/>
                </a:cubicBezTo>
                <a:lnTo>
                  <a:pt x="49792" y="80174"/>
                </a:lnTo>
                <a:cubicBezTo>
                  <a:pt x="47488" y="77122"/>
                  <a:pt x="48122" y="72802"/>
                  <a:pt x="51174" y="70498"/>
                </a:cubicBezTo>
                <a:cubicBezTo>
                  <a:pt x="54227" y="68194"/>
                  <a:pt x="58547" y="68828"/>
                  <a:pt x="60851" y="71880"/>
                </a:cubicBezTo>
                <a:lnTo>
                  <a:pt x="68626" y="82248"/>
                </a:lnTo>
                <a:lnTo>
                  <a:pt x="86308" y="53939"/>
                </a:lnTo>
                <a:cubicBezTo>
                  <a:pt x="88324" y="50714"/>
                  <a:pt x="92586" y="49706"/>
                  <a:pt x="95840" y="51750"/>
                </a:cubicBezTo>
                <a:cubicBezTo>
                  <a:pt x="99095" y="53795"/>
                  <a:pt x="100074" y="58028"/>
                  <a:pt x="98029" y="61283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7619" y="3640091"/>
            <a:ext cx="118878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Visual Validation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9587" y="3934984"/>
            <a:ext cx="3280689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Validates logic based on visual cues and page state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96472" y="3488036"/>
            <a:ext cx="3520290" cy="783311"/>
          </a:xfrm>
          <a:custGeom>
            <a:avLst/>
            <a:gdLst/>
            <a:ahLst/>
            <a:cxnLst/>
            <a:rect l="l" t="t" r="r" b="b"/>
            <a:pathLst>
              <a:path w="3520290" h="783311">
                <a:moveTo>
                  <a:pt x="110588" y="0"/>
                </a:moveTo>
                <a:lnTo>
                  <a:pt x="3409702" y="0"/>
                </a:lnTo>
                <a:cubicBezTo>
                  <a:pt x="3470778" y="0"/>
                  <a:pt x="3520290" y="49512"/>
                  <a:pt x="3520290" y="110588"/>
                </a:cubicBezTo>
                <a:lnTo>
                  <a:pt x="3520290" y="672723"/>
                </a:lnTo>
                <a:cubicBezTo>
                  <a:pt x="3520290" y="733799"/>
                  <a:pt x="3470778" y="783311"/>
                  <a:pt x="3409702" y="783311"/>
                </a:cubicBezTo>
                <a:lnTo>
                  <a:pt x="110588" y="783311"/>
                </a:lnTo>
                <a:cubicBezTo>
                  <a:pt x="49512" y="783311"/>
                  <a:pt x="0" y="733799"/>
                  <a:pt x="0" y="672723"/>
                </a:cubicBezTo>
                <a:lnTo>
                  <a:pt x="0" y="110588"/>
                </a:lnTo>
                <a:cubicBezTo>
                  <a:pt x="0" y="49553"/>
                  <a:pt x="49553" y="0"/>
                  <a:pt x="110588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66957" y="3676952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47447" y="27646"/>
                </a:moveTo>
                <a:cubicBezTo>
                  <a:pt x="147447" y="42103"/>
                  <a:pt x="130427" y="63673"/>
                  <a:pt x="123083" y="72283"/>
                </a:cubicBezTo>
                <a:cubicBezTo>
                  <a:pt x="121989" y="73551"/>
                  <a:pt x="120376" y="74040"/>
                  <a:pt x="118908" y="73723"/>
                </a:cubicBezTo>
                <a:lnTo>
                  <a:pt x="92154" y="73723"/>
                </a:lnTo>
                <a:cubicBezTo>
                  <a:pt x="87057" y="73723"/>
                  <a:pt x="82939" y="77841"/>
                  <a:pt x="82939" y="82939"/>
                </a:cubicBezTo>
                <a:cubicBezTo>
                  <a:pt x="82939" y="88036"/>
                  <a:pt x="87057" y="92154"/>
                  <a:pt x="92154" y="92154"/>
                </a:cubicBezTo>
                <a:lnTo>
                  <a:pt x="119800" y="92154"/>
                </a:lnTo>
                <a:cubicBezTo>
                  <a:pt x="135063" y="92154"/>
                  <a:pt x="147447" y="104537"/>
                  <a:pt x="147447" y="119800"/>
                </a:cubicBezTo>
                <a:cubicBezTo>
                  <a:pt x="147447" y="135063"/>
                  <a:pt x="135063" y="147447"/>
                  <a:pt x="119800" y="147447"/>
                </a:cubicBezTo>
                <a:lnTo>
                  <a:pt x="40202" y="147447"/>
                </a:lnTo>
                <a:cubicBezTo>
                  <a:pt x="42708" y="144596"/>
                  <a:pt x="45760" y="140938"/>
                  <a:pt x="48842" y="136849"/>
                </a:cubicBezTo>
                <a:cubicBezTo>
                  <a:pt x="50656" y="134430"/>
                  <a:pt x="52528" y="131780"/>
                  <a:pt x="54313" y="129016"/>
                </a:cubicBezTo>
                <a:lnTo>
                  <a:pt x="119800" y="129016"/>
                </a:lnTo>
                <a:cubicBezTo>
                  <a:pt x="124898" y="129016"/>
                  <a:pt x="129016" y="124898"/>
                  <a:pt x="129016" y="119800"/>
                </a:cubicBezTo>
                <a:cubicBezTo>
                  <a:pt x="129016" y="114703"/>
                  <a:pt x="124898" y="110585"/>
                  <a:pt x="119800" y="110585"/>
                </a:cubicBezTo>
                <a:lnTo>
                  <a:pt x="92154" y="110585"/>
                </a:lnTo>
                <a:cubicBezTo>
                  <a:pt x="76891" y="110585"/>
                  <a:pt x="64508" y="98202"/>
                  <a:pt x="64508" y="82939"/>
                </a:cubicBezTo>
                <a:cubicBezTo>
                  <a:pt x="64508" y="67676"/>
                  <a:pt x="76891" y="55293"/>
                  <a:pt x="92154" y="55293"/>
                </a:cubicBezTo>
                <a:lnTo>
                  <a:pt x="103616" y="55293"/>
                </a:lnTo>
                <a:cubicBezTo>
                  <a:pt x="97568" y="46221"/>
                  <a:pt x="92154" y="35796"/>
                  <a:pt x="92154" y="27646"/>
                </a:cubicBezTo>
                <a:cubicBezTo>
                  <a:pt x="92154" y="12383"/>
                  <a:pt x="104537" y="0"/>
                  <a:pt x="119800" y="0"/>
                </a:cubicBezTo>
                <a:cubicBezTo>
                  <a:pt x="135063" y="0"/>
                  <a:pt x="147447" y="12383"/>
                  <a:pt x="147447" y="27646"/>
                </a:cubicBezTo>
                <a:close/>
                <a:moveTo>
                  <a:pt x="33723" y="140852"/>
                </a:moveTo>
                <a:cubicBezTo>
                  <a:pt x="32628" y="142090"/>
                  <a:pt x="31649" y="143185"/>
                  <a:pt x="30814" y="144106"/>
                </a:cubicBezTo>
                <a:lnTo>
                  <a:pt x="30296" y="144682"/>
                </a:lnTo>
                <a:lnTo>
                  <a:pt x="30238" y="144624"/>
                </a:lnTo>
                <a:cubicBezTo>
                  <a:pt x="28510" y="145949"/>
                  <a:pt x="26034" y="145776"/>
                  <a:pt x="24478" y="144106"/>
                </a:cubicBezTo>
                <a:cubicBezTo>
                  <a:pt x="17221" y="136215"/>
                  <a:pt x="0" y="115913"/>
                  <a:pt x="0" y="101370"/>
                </a:cubicBezTo>
                <a:cubicBezTo>
                  <a:pt x="0" y="86107"/>
                  <a:pt x="12383" y="73723"/>
                  <a:pt x="27646" y="73723"/>
                </a:cubicBezTo>
                <a:cubicBezTo>
                  <a:pt x="42909" y="73723"/>
                  <a:pt x="55293" y="86107"/>
                  <a:pt x="55293" y="101370"/>
                </a:cubicBezTo>
                <a:cubicBezTo>
                  <a:pt x="55293" y="110009"/>
                  <a:pt x="49216" y="120664"/>
                  <a:pt x="42765" y="129563"/>
                </a:cubicBezTo>
                <a:cubicBezTo>
                  <a:pt x="39684" y="133796"/>
                  <a:pt x="36516" y="137627"/>
                  <a:pt x="33895" y="140650"/>
                </a:cubicBezTo>
                <a:lnTo>
                  <a:pt x="33723" y="140852"/>
                </a:lnTo>
                <a:close/>
                <a:moveTo>
                  <a:pt x="36862" y="101370"/>
                </a:moveTo>
                <a:cubicBezTo>
                  <a:pt x="36862" y="96283"/>
                  <a:pt x="32732" y="92154"/>
                  <a:pt x="27646" y="92154"/>
                </a:cubicBezTo>
                <a:cubicBezTo>
                  <a:pt x="22560" y="92154"/>
                  <a:pt x="18431" y="96283"/>
                  <a:pt x="18431" y="101370"/>
                </a:cubicBezTo>
                <a:cubicBezTo>
                  <a:pt x="18431" y="106456"/>
                  <a:pt x="22560" y="110585"/>
                  <a:pt x="27646" y="110585"/>
                </a:cubicBezTo>
                <a:cubicBezTo>
                  <a:pt x="32732" y="110585"/>
                  <a:pt x="36862" y="106456"/>
                  <a:pt x="36862" y="101370"/>
                </a:cubicBezTo>
                <a:close/>
                <a:moveTo>
                  <a:pt x="119800" y="36862"/>
                </a:moveTo>
                <a:cubicBezTo>
                  <a:pt x="124887" y="36862"/>
                  <a:pt x="129016" y="32732"/>
                  <a:pt x="129016" y="27646"/>
                </a:cubicBezTo>
                <a:cubicBezTo>
                  <a:pt x="129016" y="22560"/>
                  <a:pt x="124887" y="18431"/>
                  <a:pt x="119800" y="18431"/>
                </a:cubicBezTo>
                <a:cubicBezTo>
                  <a:pt x="114714" y="18431"/>
                  <a:pt x="110585" y="22560"/>
                  <a:pt x="110585" y="27646"/>
                </a:cubicBezTo>
                <a:cubicBezTo>
                  <a:pt x="110585" y="32732"/>
                  <a:pt x="114714" y="36862"/>
                  <a:pt x="119800" y="36862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06558" y="3640091"/>
            <a:ext cx="122565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Dynamic Pathing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48526" y="3934984"/>
            <a:ext cx="3280689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Adapts navigation path based on real-time page 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8617" y="4570848"/>
            <a:ext cx="7538213" cy="2285424"/>
          </a:xfrm>
          <a:custGeom>
            <a:avLst/>
            <a:gdLst/>
            <a:ahLst/>
            <a:cxnLst/>
            <a:rect l="l" t="t" r="r" b="b"/>
            <a:pathLst>
              <a:path w="7538213" h="2285424">
                <a:moveTo>
                  <a:pt x="147456" y="0"/>
                </a:moveTo>
                <a:lnTo>
                  <a:pt x="7390758" y="0"/>
                </a:lnTo>
                <a:cubicBezTo>
                  <a:pt x="7472141" y="0"/>
                  <a:pt x="7538213" y="66073"/>
                  <a:pt x="7538213" y="147456"/>
                </a:cubicBezTo>
                <a:lnTo>
                  <a:pt x="7538213" y="2137968"/>
                </a:lnTo>
                <a:cubicBezTo>
                  <a:pt x="7538213" y="2219406"/>
                  <a:pt x="7472195" y="2285424"/>
                  <a:pt x="7390758" y="2285424"/>
                </a:cubicBezTo>
                <a:lnTo>
                  <a:pt x="147456" y="2285424"/>
                </a:lnTo>
                <a:cubicBezTo>
                  <a:pt x="66073" y="2285424"/>
                  <a:pt x="0" y="2219351"/>
                  <a:pt x="0" y="2137968"/>
                </a:cubicBezTo>
                <a:lnTo>
                  <a:pt x="0" y="147456"/>
                </a:lnTo>
                <a:cubicBezTo>
                  <a:pt x="0" y="66073"/>
                  <a:pt x="66073" y="0"/>
                  <a:pt x="1474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925" y="4755156"/>
            <a:ext cx="726175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Agent Capabilities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2925" y="5160635"/>
            <a:ext cx="2313070" cy="700372"/>
          </a:xfrm>
          <a:custGeom>
            <a:avLst/>
            <a:gdLst/>
            <a:ahLst/>
            <a:cxnLst/>
            <a:rect l="l" t="t" r="r" b="b"/>
            <a:pathLst>
              <a:path w="2313070" h="700372">
                <a:moveTo>
                  <a:pt x="110582" y="0"/>
                </a:moveTo>
                <a:lnTo>
                  <a:pt x="2202489" y="0"/>
                </a:lnTo>
                <a:cubicBezTo>
                  <a:pt x="2263561" y="0"/>
                  <a:pt x="2313070" y="49509"/>
                  <a:pt x="2313070" y="110582"/>
                </a:cubicBezTo>
                <a:lnTo>
                  <a:pt x="2313070" y="589790"/>
                </a:lnTo>
                <a:cubicBezTo>
                  <a:pt x="2313070" y="650863"/>
                  <a:pt x="2263561" y="700372"/>
                  <a:pt x="2202489" y="700372"/>
                </a:cubicBezTo>
                <a:lnTo>
                  <a:pt x="110582" y="700372"/>
                </a:lnTo>
                <a:cubicBezTo>
                  <a:pt x="49509" y="700372"/>
                  <a:pt x="0" y="650863"/>
                  <a:pt x="0" y="589790"/>
                </a:cubicBezTo>
                <a:lnTo>
                  <a:pt x="0" y="110582"/>
                </a:lnTo>
                <a:cubicBezTo>
                  <a:pt x="0" y="49509"/>
                  <a:pt x="49509" y="0"/>
                  <a:pt x="11058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586204" y="5271220"/>
            <a:ext cx="248816" cy="221170"/>
          </a:xfrm>
          <a:custGeom>
            <a:avLst/>
            <a:gdLst/>
            <a:ahLst/>
            <a:cxnLst/>
            <a:rect l="l" t="t" r="r" b="b"/>
            <a:pathLst>
              <a:path w="248816" h="221170">
                <a:moveTo>
                  <a:pt x="124408" y="13823"/>
                </a:moveTo>
                <a:cubicBezTo>
                  <a:pt x="89505" y="13823"/>
                  <a:pt x="61556" y="29720"/>
                  <a:pt x="41210" y="48640"/>
                </a:cubicBezTo>
                <a:cubicBezTo>
                  <a:pt x="20994" y="67431"/>
                  <a:pt x="7473" y="89850"/>
                  <a:pt x="1037" y="105272"/>
                </a:cubicBezTo>
                <a:cubicBezTo>
                  <a:pt x="-389" y="108684"/>
                  <a:pt x="-389" y="112486"/>
                  <a:pt x="1037" y="115898"/>
                </a:cubicBezTo>
                <a:cubicBezTo>
                  <a:pt x="7473" y="131320"/>
                  <a:pt x="20994" y="153782"/>
                  <a:pt x="41210" y="172530"/>
                </a:cubicBezTo>
                <a:cubicBezTo>
                  <a:pt x="61556" y="191407"/>
                  <a:pt x="89505" y="207347"/>
                  <a:pt x="124408" y="207347"/>
                </a:cubicBezTo>
                <a:cubicBezTo>
                  <a:pt x="159312" y="207347"/>
                  <a:pt x="187260" y="191450"/>
                  <a:pt x="207606" y="172530"/>
                </a:cubicBezTo>
                <a:cubicBezTo>
                  <a:pt x="227822" y="153739"/>
                  <a:pt x="241343" y="131320"/>
                  <a:pt x="247780" y="115898"/>
                </a:cubicBezTo>
                <a:cubicBezTo>
                  <a:pt x="249205" y="112486"/>
                  <a:pt x="249205" y="108684"/>
                  <a:pt x="247780" y="105272"/>
                </a:cubicBezTo>
                <a:cubicBezTo>
                  <a:pt x="241343" y="89850"/>
                  <a:pt x="227822" y="67388"/>
                  <a:pt x="207606" y="48640"/>
                </a:cubicBezTo>
                <a:cubicBezTo>
                  <a:pt x="187260" y="29763"/>
                  <a:pt x="159312" y="13823"/>
                  <a:pt x="124408" y="13823"/>
                </a:cubicBezTo>
                <a:close/>
                <a:moveTo>
                  <a:pt x="62204" y="110585"/>
                </a:moveTo>
                <a:cubicBezTo>
                  <a:pt x="62204" y="76254"/>
                  <a:pt x="90077" y="48381"/>
                  <a:pt x="124408" y="48381"/>
                </a:cubicBezTo>
                <a:cubicBezTo>
                  <a:pt x="158740" y="48381"/>
                  <a:pt x="186612" y="76254"/>
                  <a:pt x="186612" y="110585"/>
                </a:cubicBezTo>
                <a:cubicBezTo>
                  <a:pt x="186612" y="144916"/>
                  <a:pt x="158740" y="172789"/>
                  <a:pt x="124408" y="172789"/>
                </a:cubicBezTo>
                <a:cubicBezTo>
                  <a:pt x="90077" y="172789"/>
                  <a:pt x="62204" y="144916"/>
                  <a:pt x="62204" y="110585"/>
                </a:cubicBezTo>
                <a:close/>
                <a:moveTo>
                  <a:pt x="124408" y="82939"/>
                </a:moveTo>
                <a:cubicBezTo>
                  <a:pt x="124408" y="98187"/>
                  <a:pt x="112011" y="110585"/>
                  <a:pt x="96762" y="110585"/>
                </a:cubicBezTo>
                <a:cubicBezTo>
                  <a:pt x="91794" y="110585"/>
                  <a:pt x="87129" y="109289"/>
                  <a:pt x="83068" y="106956"/>
                </a:cubicBezTo>
                <a:cubicBezTo>
                  <a:pt x="82636" y="111665"/>
                  <a:pt x="83025" y="116503"/>
                  <a:pt x="84321" y="121298"/>
                </a:cubicBezTo>
                <a:cubicBezTo>
                  <a:pt x="90239" y="143415"/>
                  <a:pt x="113004" y="156547"/>
                  <a:pt x="135121" y="150629"/>
                </a:cubicBezTo>
                <a:cubicBezTo>
                  <a:pt x="157238" y="144711"/>
                  <a:pt x="170370" y="121946"/>
                  <a:pt x="164452" y="99829"/>
                </a:cubicBezTo>
                <a:cubicBezTo>
                  <a:pt x="159182" y="80088"/>
                  <a:pt x="140478" y="67517"/>
                  <a:pt x="120780" y="69245"/>
                </a:cubicBezTo>
                <a:cubicBezTo>
                  <a:pt x="123069" y="73263"/>
                  <a:pt x="124408" y="77928"/>
                  <a:pt x="124408" y="82939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1256" y="5566113"/>
            <a:ext cx="215640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Perception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78884" y="5160635"/>
            <a:ext cx="2313070" cy="700372"/>
          </a:xfrm>
          <a:custGeom>
            <a:avLst/>
            <a:gdLst/>
            <a:ahLst/>
            <a:cxnLst/>
            <a:rect l="l" t="t" r="r" b="b"/>
            <a:pathLst>
              <a:path w="2313070" h="700372">
                <a:moveTo>
                  <a:pt x="110582" y="0"/>
                </a:moveTo>
                <a:lnTo>
                  <a:pt x="2202489" y="0"/>
                </a:lnTo>
                <a:cubicBezTo>
                  <a:pt x="2263561" y="0"/>
                  <a:pt x="2313070" y="49509"/>
                  <a:pt x="2313070" y="110582"/>
                </a:cubicBezTo>
                <a:lnTo>
                  <a:pt x="2313070" y="589790"/>
                </a:lnTo>
                <a:cubicBezTo>
                  <a:pt x="2313070" y="650863"/>
                  <a:pt x="2263561" y="700372"/>
                  <a:pt x="2202489" y="700372"/>
                </a:cubicBezTo>
                <a:lnTo>
                  <a:pt x="110582" y="700372"/>
                </a:lnTo>
                <a:cubicBezTo>
                  <a:pt x="49509" y="700372"/>
                  <a:pt x="0" y="650863"/>
                  <a:pt x="0" y="589790"/>
                </a:cubicBezTo>
                <a:lnTo>
                  <a:pt x="0" y="110582"/>
                </a:lnTo>
                <a:cubicBezTo>
                  <a:pt x="0" y="49509"/>
                  <a:pt x="49509" y="0"/>
                  <a:pt x="11058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25986" y="5271220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51837" y="24190"/>
                </a:moveTo>
                <a:cubicBezTo>
                  <a:pt x="51837" y="10843"/>
                  <a:pt x="62679" y="0"/>
                  <a:pt x="76027" y="0"/>
                </a:cubicBezTo>
                <a:lnTo>
                  <a:pt x="86395" y="0"/>
                </a:lnTo>
                <a:cubicBezTo>
                  <a:pt x="94040" y="0"/>
                  <a:pt x="100218" y="6177"/>
                  <a:pt x="100218" y="13823"/>
                </a:cubicBezTo>
                <a:lnTo>
                  <a:pt x="100218" y="207347"/>
                </a:lnTo>
                <a:cubicBezTo>
                  <a:pt x="100218" y="214993"/>
                  <a:pt x="94040" y="221170"/>
                  <a:pt x="86395" y="221170"/>
                </a:cubicBezTo>
                <a:lnTo>
                  <a:pt x="72571" y="221170"/>
                </a:lnTo>
                <a:cubicBezTo>
                  <a:pt x="59699" y="221170"/>
                  <a:pt x="48856" y="212358"/>
                  <a:pt x="45789" y="200435"/>
                </a:cubicBezTo>
                <a:cubicBezTo>
                  <a:pt x="45487" y="200435"/>
                  <a:pt x="45228" y="200435"/>
                  <a:pt x="44925" y="200435"/>
                </a:cubicBezTo>
                <a:cubicBezTo>
                  <a:pt x="25832" y="200435"/>
                  <a:pt x="10367" y="184971"/>
                  <a:pt x="10367" y="165878"/>
                </a:cubicBezTo>
                <a:cubicBezTo>
                  <a:pt x="10367" y="158102"/>
                  <a:pt x="12959" y="150931"/>
                  <a:pt x="17279" y="145143"/>
                </a:cubicBezTo>
                <a:cubicBezTo>
                  <a:pt x="8899" y="138836"/>
                  <a:pt x="3456" y="128814"/>
                  <a:pt x="3456" y="117497"/>
                </a:cubicBezTo>
                <a:cubicBezTo>
                  <a:pt x="3456" y="104149"/>
                  <a:pt x="11059" y="92529"/>
                  <a:pt x="22117" y="86783"/>
                </a:cubicBezTo>
                <a:cubicBezTo>
                  <a:pt x="19050" y="81600"/>
                  <a:pt x="17279" y="75552"/>
                  <a:pt x="17279" y="69116"/>
                </a:cubicBezTo>
                <a:cubicBezTo>
                  <a:pt x="17279" y="50022"/>
                  <a:pt x="32744" y="34558"/>
                  <a:pt x="51837" y="34558"/>
                </a:cubicBezTo>
                <a:lnTo>
                  <a:pt x="51837" y="24190"/>
                </a:lnTo>
                <a:close/>
                <a:moveTo>
                  <a:pt x="169333" y="24190"/>
                </a:moveTo>
                <a:lnTo>
                  <a:pt x="169333" y="34558"/>
                </a:lnTo>
                <a:cubicBezTo>
                  <a:pt x="188427" y="34558"/>
                  <a:pt x="203891" y="50022"/>
                  <a:pt x="203891" y="69116"/>
                </a:cubicBezTo>
                <a:cubicBezTo>
                  <a:pt x="203891" y="75595"/>
                  <a:pt x="202120" y="81643"/>
                  <a:pt x="199053" y="86783"/>
                </a:cubicBezTo>
                <a:cubicBezTo>
                  <a:pt x="210155" y="92529"/>
                  <a:pt x="217714" y="104105"/>
                  <a:pt x="217714" y="117497"/>
                </a:cubicBezTo>
                <a:cubicBezTo>
                  <a:pt x="217714" y="128814"/>
                  <a:pt x="212271" y="138836"/>
                  <a:pt x="203891" y="145143"/>
                </a:cubicBezTo>
                <a:cubicBezTo>
                  <a:pt x="208211" y="150931"/>
                  <a:pt x="210803" y="158102"/>
                  <a:pt x="210803" y="165878"/>
                </a:cubicBezTo>
                <a:cubicBezTo>
                  <a:pt x="210803" y="184971"/>
                  <a:pt x="195338" y="200435"/>
                  <a:pt x="176245" y="200435"/>
                </a:cubicBezTo>
                <a:cubicBezTo>
                  <a:pt x="175943" y="200435"/>
                  <a:pt x="175683" y="200435"/>
                  <a:pt x="175381" y="200435"/>
                </a:cubicBezTo>
                <a:cubicBezTo>
                  <a:pt x="172314" y="212358"/>
                  <a:pt x="161471" y="221170"/>
                  <a:pt x="148599" y="221170"/>
                </a:cubicBezTo>
                <a:lnTo>
                  <a:pt x="134776" y="221170"/>
                </a:lnTo>
                <a:cubicBezTo>
                  <a:pt x="127130" y="221170"/>
                  <a:pt x="120952" y="214993"/>
                  <a:pt x="120952" y="207347"/>
                </a:cubicBezTo>
                <a:lnTo>
                  <a:pt x="120952" y="13823"/>
                </a:lnTo>
                <a:cubicBezTo>
                  <a:pt x="120952" y="6177"/>
                  <a:pt x="127130" y="0"/>
                  <a:pt x="134776" y="0"/>
                </a:cubicBezTo>
                <a:lnTo>
                  <a:pt x="145143" y="0"/>
                </a:lnTo>
                <a:cubicBezTo>
                  <a:pt x="158491" y="0"/>
                  <a:pt x="169333" y="10843"/>
                  <a:pt x="169333" y="2419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57215" y="5566113"/>
            <a:ext cx="215640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04844" y="5160635"/>
            <a:ext cx="2313070" cy="700372"/>
          </a:xfrm>
          <a:custGeom>
            <a:avLst/>
            <a:gdLst/>
            <a:ahLst/>
            <a:cxnLst/>
            <a:rect l="l" t="t" r="r" b="b"/>
            <a:pathLst>
              <a:path w="2313070" h="700372">
                <a:moveTo>
                  <a:pt x="110582" y="0"/>
                </a:moveTo>
                <a:lnTo>
                  <a:pt x="2202489" y="0"/>
                </a:lnTo>
                <a:cubicBezTo>
                  <a:pt x="2263561" y="0"/>
                  <a:pt x="2313070" y="49509"/>
                  <a:pt x="2313070" y="110582"/>
                </a:cubicBezTo>
                <a:lnTo>
                  <a:pt x="2313070" y="589790"/>
                </a:lnTo>
                <a:cubicBezTo>
                  <a:pt x="2313070" y="650863"/>
                  <a:pt x="2263561" y="700372"/>
                  <a:pt x="2202489" y="700372"/>
                </a:cubicBezTo>
                <a:lnTo>
                  <a:pt x="110582" y="700372"/>
                </a:lnTo>
                <a:cubicBezTo>
                  <a:pt x="49509" y="700372"/>
                  <a:pt x="0" y="650863"/>
                  <a:pt x="0" y="589790"/>
                </a:cubicBezTo>
                <a:lnTo>
                  <a:pt x="0" y="110582"/>
                </a:lnTo>
                <a:cubicBezTo>
                  <a:pt x="0" y="49509"/>
                  <a:pt x="49509" y="0"/>
                  <a:pt x="11058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65769" y="5271220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55293" y="17279"/>
                </a:moveTo>
                <a:cubicBezTo>
                  <a:pt x="55293" y="7732"/>
                  <a:pt x="63025" y="0"/>
                  <a:pt x="72571" y="0"/>
                </a:cubicBezTo>
                <a:cubicBezTo>
                  <a:pt x="82118" y="0"/>
                  <a:pt x="89850" y="7732"/>
                  <a:pt x="89850" y="17279"/>
                </a:cubicBezTo>
                <a:lnTo>
                  <a:pt x="89850" y="81297"/>
                </a:lnTo>
                <a:cubicBezTo>
                  <a:pt x="93522" y="78014"/>
                  <a:pt x="98360" y="76027"/>
                  <a:pt x="103673" y="76027"/>
                </a:cubicBezTo>
                <a:cubicBezTo>
                  <a:pt x="112572" y="76027"/>
                  <a:pt x="120175" y="81643"/>
                  <a:pt x="123112" y="89505"/>
                </a:cubicBezTo>
                <a:cubicBezTo>
                  <a:pt x="126914" y="85487"/>
                  <a:pt x="132270" y="82939"/>
                  <a:pt x="138231" y="82939"/>
                </a:cubicBezTo>
                <a:cubicBezTo>
                  <a:pt x="149160" y="82939"/>
                  <a:pt x="158102" y="91362"/>
                  <a:pt x="158923" y="102075"/>
                </a:cubicBezTo>
                <a:cubicBezTo>
                  <a:pt x="162595" y="98749"/>
                  <a:pt x="167476" y="96762"/>
                  <a:pt x="172789" y="96762"/>
                </a:cubicBezTo>
                <a:cubicBezTo>
                  <a:pt x="184236" y="96762"/>
                  <a:pt x="193524" y="106049"/>
                  <a:pt x="193524" y="117497"/>
                </a:cubicBezTo>
                <a:lnTo>
                  <a:pt x="193524" y="165878"/>
                </a:lnTo>
                <a:cubicBezTo>
                  <a:pt x="193524" y="196418"/>
                  <a:pt x="168772" y="221170"/>
                  <a:pt x="138231" y="221170"/>
                </a:cubicBezTo>
                <a:lnTo>
                  <a:pt x="101384" y="221170"/>
                </a:lnTo>
                <a:cubicBezTo>
                  <a:pt x="99224" y="221170"/>
                  <a:pt x="97107" y="221040"/>
                  <a:pt x="95034" y="220738"/>
                </a:cubicBezTo>
                <a:cubicBezTo>
                  <a:pt x="71146" y="218319"/>
                  <a:pt x="49159" y="206051"/>
                  <a:pt x="34558" y="186612"/>
                </a:cubicBezTo>
                <a:lnTo>
                  <a:pt x="3456" y="145143"/>
                </a:lnTo>
                <a:cubicBezTo>
                  <a:pt x="-2289" y="137497"/>
                  <a:pt x="-734" y="126698"/>
                  <a:pt x="6912" y="120952"/>
                </a:cubicBezTo>
                <a:cubicBezTo>
                  <a:pt x="14557" y="115207"/>
                  <a:pt x="25357" y="116762"/>
                  <a:pt x="31102" y="124408"/>
                </a:cubicBezTo>
                <a:lnTo>
                  <a:pt x="55293" y="156677"/>
                </a:lnTo>
                <a:lnTo>
                  <a:pt x="55293" y="17279"/>
                </a:lnTo>
                <a:close/>
                <a:moveTo>
                  <a:pt x="103673" y="131320"/>
                </a:moveTo>
                <a:cubicBezTo>
                  <a:pt x="103673" y="127518"/>
                  <a:pt x="100563" y="124408"/>
                  <a:pt x="96762" y="124408"/>
                </a:cubicBezTo>
                <a:cubicBezTo>
                  <a:pt x="92961" y="124408"/>
                  <a:pt x="89850" y="127518"/>
                  <a:pt x="89850" y="131320"/>
                </a:cubicBezTo>
                <a:lnTo>
                  <a:pt x="89850" y="172789"/>
                </a:lnTo>
                <a:cubicBezTo>
                  <a:pt x="89850" y="176590"/>
                  <a:pt x="92961" y="179701"/>
                  <a:pt x="96762" y="179701"/>
                </a:cubicBezTo>
                <a:cubicBezTo>
                  <a:pt x="100563" y="179701"/>
                  <a:pt x="103673" y="176590"/>
                  <a:pt x="103673" y="172789"/>
                </a:cubicBezTo>
                <a:lnTo>
                  <a:pt x="103673" y="131320"/>
                </a:lnTo>
                <a:close/>
                <a:moveTo>
                  <a:pt x="124408" y="124408"/>
                </a:moveTo>
                <a:cubicBezTo>
                  <a:pt x="120607" y="124408"/>
                  <a:pt x="117497" y="127518"/>
                  <a:pt x="117497" y="131320"/>
                </a:cubicBezTo>
                <a:lnTo>
                  <a:pt x="117497" y="172789"/>
                </a:lnTo>
                <a:cubicBezTo>
                  <a:pt x="117497" y="176590"/>
                  <a:pt x="120607" y="179701"/>
                  <a:pt x="124408" y="179701"/>
                </a:cubicBezTo>
                <a:cubicBezTo>
                  <a:pt x="128210" y="179701"/>
                  <a:pt x="131320" y="176590"/>
                  <a:pt x="131320" y="172789"/>
                </a:cubicBezTo>
                <a:lnTo>
                  <a:pt x="131320" y="131320"/>
                </a:lnTo>
                <a:cubicBezTo>
                  <a:pt x="131320" y="127518"/>
                  <a:pt x="128210" y="124408"/>
                  <a:pt x="124408" y="124408"/>
                </a:cubicBezTo>
                <a:close/>
                <a:moveTo>
                  <a:pt x="158966" y="131320"/>
                </a:moveTo>
                <a:cubicBezTo>
                  <a:pt x="158966" y="127518"/>
                  <a:pt x="155856" y="124408"/>
                  <a:pt x="152054" y="124408"/>
                </a:cubicBezTo>
                <a:cubicBezTo>
                  <a:pt x="148253" y="124408"/>
                  <a:pt x="145143" y="127518"/>
                  <a:pt x="145143" y="131320"/>
                </a:cubicBezTo>
                <a:lnTo>
                  <a:pt x="145143" y="172789"/>
                </a:lnTo>
                <a:cubicBezTo>
                  <a:pt x="145143" y="176590"/>
                  <a:pt x="148253" y="179701"/>
                  <a:pt x="152054" y="179701"/>
                </a:cubicBezTo>
                <a:cubicBezTo>
                  <a:pt x="155856" y="179701"/>
                  <a:pt x="158966" y="176590"/>
                  <a:pt x="158966" y="172789"/>
                </a:cubicBezTo>
                <a:lnTo>
                  <a:pt x="158966" y="131320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3175" y="5566113"/>
            <a:ext cx="215640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2925" y="5971592"/>
            <a:ext cx="2313070" cy="700372"/>
          </a:xfrm>
          <a:custGeom>
            <a:avLst/>
            <a:gdLst/>
            <a:ahLst/>
            <a:cxnLst/>
            <a:rect l="l" t="t" r="r" b="b"/>
            <a:pathLst>
              <a:path w="2313070" h="700372">
                <a:moveTo>
                  <a:pt x="110582" y="0"/>
                </a:moveTo>
                <a:lnTo>
                  <a:pt x="2202489" y="0"/>
                </a:lnTo>
                <a:cubicBezTo>
                  <a:pt x="2263561" y="0"/>
                  <a:pt x="2313070" y="49509"/>
                  <a:pt x="2313070" y="110582"/>
                </a:cubicBezTo>
                <a:lnTo>
                  <a:pt x="2313070" y="589790"/>
                </a:lnTo>
                <a:cubicBezTo>
                  <a:pt x="2313070" y="650863"/>
                  <a:pt x="2263561" y="700372"/>
                  <a:pt x="2202489" y="700372"/>
                </a:cubicBezTo>
                <a:lnTo>
                  <a:pt x="110582" y="700372"/>
                </a:lnTo>
                <a:cubicBezTo>
                  <a:pt x="49509" y="700372"/>
                  <a:pt x="0" y="650863"/>
                  <a:pt x="0" y="589790"/>
                </a:cubicBezTo>
                <a:lnTo>
                  <a:pt x="0" y="110582"/>
                </a:lnTo>
                <a:cubicBezTo>
                  <a:pt x="0" y="49509"/>
                  <a:pt x="49509" y="0"/>
                  <a:pt x="11058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600027" y="6082177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27646" y="27646"/>
                </a:moveTo>
                <a:cubicBezTo>
                  <a:pt x="12398" y="27646"/>
                  <a:pt x="0" y="40044"/>
                  <a:pt x="0" y="55293"/>
                </a:cubicBezTo>
                <a:lnTo>
                  <a:pt x="0" y="58489"/>
                </a:lnTo>
                <a:cubicBezTo>
                  <a:pt x="0" y="61427"/>
                  <a:pt x="1901" y="63932"/>
                  <a:pt x="4363" y="65530"/>
                </a:cubicBezTo>
                <a:cubicBezTo>
                  <a:pt x="10065" y="69245"/>
                  <a:pt x="13823" y="75638"/>
                  <a:pt x="13823" y="82939"/>
                </a:cubicBezTo>
                <a:cubicBezTo>
                  <a:pt x="13823" y="90239"/>
                  <a:pt x="10065" y="96632"/>
                  <a:pt x="4363" y="100347"/>
                </a:cubicBezTo>
                <a:cubicBezTo>
                  <a:pt x="1901" y="101946"/>
                  <a:pt x="0" y="104451"/>
                  <a:pt x="0" y="107388"/>
                </a:cubicBezTo>
                <a:lnTo>
                  <a:pt x="0" y="131320"/>
                </a:lnTo>
                <a:lnTo>
                  <a:pt x="221170" y="131320"/>
                </a:lnTo>
                <a:lnTo>
                  <a:pt x="221170" y="107388"/>
                </a:lnTo>
                <a:cubicBezTo>
                  <a:pt x="221170" y="104451"/>
                  <a:pt x="219269" y="101946"/>
                  <a:pt x="216807" y="100347"/>
                </a:cubicBezTo>
                <a:cubicBezTo>
                  <a:pt x="211105" y="96632"/>
                  <a:pt x="207347" y="90239"/>
                  <a:pt x="207347" y="82939"/>
                </a:cubicBezTo>
                <a:cubicBezTo>
                  <a:pt x="207347" y="75638"/>
                  <a:pt x="211105" y="69245"/>
                  <a:pt x="216807" y="65530"/>
                </a:cubicBezTo>
                <a:cubicBezTo>
                  <a:pt x="219269" y="63932"/>
                  <a:pt x="221170" y="61427"/>
                  <a:pt x="221170" y="58489"/>
                </a:cubicBezTo>
                <a:lnTo>
                  <a:pt x="221170" y="55293"/>
                </a:lnTo>
                <a:cubicBezTo>
                  <a:pt x="221170" y="40044"/>
                  <a:pt x="208772" y="27646"/>
                  <a:pt x="193524" y="27646"/>
                </a:cubicBezTo>
                <a:lnTo>
                  <a:pt x="27646" y="27646"/>
                </a:lnTo>
                <a:close/>
                <a:moveTo>
                  <a:pt x="221170" y="179701"/>
                </a:moveTo>
                <a:lnTo>
                  <a:pt x="221170" y="152054"/>
                </a:lnTo>
                <a:lnTo>
                  <a:pt x="0" y="152054"/>
                </a:lnTo>
                <a:lnTo>
                  <a:pt x="0" y="179701"/>
                </a:lnTo>
                <a:cubicBezTo>
                  <a:pt x="0" y="187347"/>
                  <a:pt x="6177" y="193524"/>
                  <a:pt x="13823" y="193524"/>
                </a:cubicBezTo>
                <a:lnTo>
                  <a:pt x="41469" y="193524"/>
                </a:lnTo>
                <a:lnTo>
                  <a:pt x="41469" y="183156"/>
                </a:lnTo>
                <a:cubicBezTo>
                  <a:pt x="41469" y="177411"/>
                  <a:pt x="46091" y="172789"/>
                  <a:pt x="51837" y="172789"/>
                </a:cubicBezTo>
                <a:cubicBezTo>
                  <a:pt x="57582" y="172789"/>
                  <a:pt x="62204" y="177411"/>
                  <a:pt x="62204" y="183156"/>
                </a:cubicBezTo>
                <a:lnTo>
                  <a:pt x="62204" y="193524"/>
                </a:lnTo>
                <a:lnTo>
                  <a:pt x="100218" y="193524"/>
                </a:lnTo>
                <a:lnTo>
                  <a:pt x="100218" y="183156"/>
                </a:lnTo>
                <a:cubicBezTo>
                  <a:pt x="100218" y="177411"/>
                  <a:pt x="104840" y="172789"/>
                  <a:pt x="110585" y="172789"/>
                </a:cubicBezTo>
                <a:cubicBezTo>
                  <a:pt x="116330" y="172789"/>
                  <a:pt x="120952" y="177411"/>
                  <a:pt x="120952" y="183156"/>
                </a:cubicBezTo>
                <a:lnTo>
                  <a:pt x="120952" y="193524"/>
                </a:lnTo>
                <a:lnTo>
                  <a:pt x="158966" y="193524"/>
                </a:lnTo>
                <a:lnTo>
                  <a:pt x="158966" y="183156"/>
                </a:lnTo>
                <a:cubicBezTo>
                  <a:pt x="158966" y="177411"/>
                  <a:pt x="163588" y="172789"/>
                  <a:pt x="169333" y="172789"/>
                </a:cubicBezTo>
                <a:cubicBezTo>
                  <a:pt x="175079" y="172789"/>
                  <a:pt x="179701" y="177411"/>
                  <a:pt x="179701" y="183156"/>
                </a:cubicBezTo>
                <a:lnTo>
                  <a:pt x="179701" y="193524"/>
                </a:lnTo>
                <a:lnTo>
                  <a:pt x="207347" y="193524"/>
                </a:lnTo>
                <a:cubicBezTo>
                  <a:pt x="214993" y="193524"/>
                  <a:pt x="221170" y="187347"/>
                  <a:pt x="221170" y="179701"/>
                </a:cubicBezTo>
                <a:close/>
                <a:moveTo>
                  <a:pt x="69116" y="69116"/>
                </a:moveTo>
                <a:lnTo>
                  <a:pt x="69116" y="96762"/>
                </a:lnTo>
                <a:cubicBezTo>
                  <a:pt x="69116" y="104408"/>
                  <a:pt x="62938" y="110585"/>
                  <a:pt x="55293" y="110585"/>
                </a:cubicBezTo>
                <a:cubicBezTo>
                  <a:pt x="47647" y="110585"/>
                  <a:pt x="41469" y="104408"/>
                  <a:pt x="41469" y="96762"/>
                </a:cubicBezTo>
                <a:lnTo>
                  <a:pt x="41469" y="69116"/>
                </a:lnTo>
                <a:cubicBezTo>
                  <a:pt x="41469" y="61470"/>
                  <a:pt x="47647" y="55293"/>
                  <a:pt x="55293" y="55293"/>
                </a:cubicBezTo>
                <a:cubicBezTo>
                  <a:pt x="62938" y="55293"/>
                  <a:pt x="69116" y="61470"/>
                  <a:pt x="69116" y="69116"/>
                </a:cubicBezTo>
                <a:close/>
                <a:moveTo>
                  <a:pt x="124408" y="69116"/>
                </a:moveTo>
                <a:lnTo>
                  <a:pt x="124408" y="96762"/>
                </a:lnTo>
                <a:cubicBezTo>
                  <a:pt x="124408" y="104408"/>
                  <a:pt x="118231" y="110585"/>
                  <a:pt x="110585" y="110585"/>
                </a:cubicBezTo>
                <a:cubicBezTo>
                  <a:pt x="102939" y="110585"/>
                  <a:pt x="96762" y="104408"/>
                  <a:pt x="96762" y="96762"/>
                </a:cubicBezTo>
                <a:lnTo>
                  <a:pt x="96762" y="69116"/>
                </a:lnTo>
                <a:cubicBezTo>
                  <a:pt x="96762" y="61470"/>
                  <a:pt x="102939" y="55293"/>
                  <a:pt x="110585" y="55293"/>
                </a:cubicBezTo>
                <a:cubicBezTo>
                  <a:pt x="118231" y="55293"/>
                  <a:pt x="124408" y="61470"/>
                  <a:pt x="124408" y="69116"/>
                </a:cubicBezTo>
                <a:close/>
                <a:moveTo>
                  <a:pt x="179701" y="69116"/>
                </a:moveTo>
                <a:lnTo>
                  <a:pt x="179701" y="96762"/>
                </a:lnTo>
                <a:cubicBezTo>
                  <a:pt x="179701" y="104408"/>
                  <a:pt x="173523" y="110585"/>
                  <a:pt x="165878" y="110585"/>
                </a:cubicBezTo>
                <a:cubicBezTo>
                  <a:pt x="158232" y="110585"/>
                  <a:pt x="152054" y="104408"/>
                  <a:pt x="152054" y="96762"/>
                </a:cubicBezTo>
                <a:lnTo>
                  <a:pt x="152054" y="69116"/>
                </a:lnTo>
                <a:cubicBezTo>
                  <a:pt x="152054" y="61470"/>
                  <a:pt x="158232" y="55293"/>
                  <a:pt x="165878" y="55293"/>
                </a:cubicBezTo>
                <a:cubicBezTo>
                  <a:pt x="173523" y="55293"/>
                  <a:pt x="179701" y="61470"/>
                  <a:pt x="179701" y="6911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1256" y="6377070"/>
            <a:ext cx="215640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Memory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978884" y="5971592"/>
            <a:ext cx="2313070" cy="700372"/>
          </a:xfrm>
          <a:custGeom>
            <a:avLst/>
            <a:gdLst/>
            <a:ahLst/>
            <a:cxnLst/>
            <a:rect l="l" t="t" r="r" b="b"/>
            <a:pathLst>
              <a:path w="2313070" h="700372">
                <a:moveTo>
                  <a:pt x="110582" y="0"/>
                </a:moveTo>
                <a:lnTo>
                  <a:pt x="2202489" y="0"/>
                </a:lnTo>
                <a:cubicBezTo>
                  <a:pt x="2263561" y="0"/>
                  <a:pt x="2313070" y="49509"/>
                  <a:pt x="2313070" y="110582"/>
                </a:cubicBezTo>
                <a:lnTo>
                  <a:pt x="2313070" y="589790"/>
                </a:lnTo>
                <a:cubicBezTo>
                  <a:pt x="2313070" y="650863"/>
                  <a:pt x="2263561" y="700372"/>
                  <a:pt x="2202489" y="700372"/>
                </a:cubicBezTo>
                <a:lnTo>
                  <a:pt x="110582" y="700372"/>
                </a:lnTo>
                <a:cubicBezTo>
                  <a:pt x="49509" y="700372"/>
                  <a:pt x="0" y="650863"/>
                  <a:pt x="0" y="589790"/>
                </a:cubicBezTo>
                <a:lnTo>
                  <a:pt x="0" y="110582"/>
                </a:lnTo>
                <a:cubicBezTo>
                  <a:pt x="0" y="49509"/>
                  <a:pt x="49509" y="0"/>
                  <a:pt x="11058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25986" y="6082177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88643" y="32268"/>
                </a:moveTo>
                <a:lnTo>
                  <a:pt x="193524" y="36890"/>
                </a:lnTo>
                <a:lnTo>
                  <a:pt x="193524" y="13823"/>
                </a:lnTo>
                <a:cubicBezTo>
                  <a:pt x="193524" y="6177"/>
                  <a:pt x="199701" y="0"/>
                  <a:pt x="207347" y="0"/>
                </a:cubicBezTo>
                <a:cubicBezTo>
                  <a:pt x="214993" y="0"/>
                  <a:pt x="221170" y="6177"/>
                  <a:pt x="221170" y="13823"/>
                </a:cubicBezTo>
                <a:lnTo>
                  <a:pt x="221170" y="69116"/>
                </a:lnTo>
                <a:cubicBezTo>
                  <a:pt x="221170" y="76762"/>
                  <a:pt x="214993" y="82939"/>
                  <a:pt x="207347" y="82939"/>
                </a:cubicBezTo>
                <a:lnTo>
                  <a:pt x="152054" y="82939"/>
                </a:lnTo>
                <a:cubicBezTo>
                  <a:pt x="144409" y="82939"/>
                  <a:pt x="138231" y="76762"/>
                  <a:pt x="138231" y="69116"/>
                </a:cubicBezTo>
                <a:cubicBezTo>
                  <a:pt x="138231" y="61470"/>
                  <a:pt x="144409" y="55293"/>
                  <a:pt x="152054" y="55293"/>
                </a:cubicBezTo>
                <a:lnTo>
                  <a:pt x="172746" y="55293"/>
                </a:lnTo>
                <a:lnTo>
                  <a:pt x="169463" y="52182"/>
                </a:lnTo>
                <a:cubicBezTo>
                  <a:pt x="169377" y="52096"/>
                  <a:pt x="169290" y="52010"/>
                  <a:pt x="169204" y="51923"/>
                </a:cubicBezTo>
                <a:cubicBezTo>
                  <a:pt x="136806" y="19525"/>
                  <a:pt x="84321" y="19525"/>
                  <a:pt x="51923" y="51923"/>
                </a:cubicBezTo>
                <a:cubicBezTo>
                  <a:pt x="19525" y="84321"/>
                  <a:pt x="19525" y="136806"/>
                  <a:pt x="51923" y="169204"/>
                </a:cubicBezTo>
                <a:cubicBezTo>
                  <a:pt x="84321" y="201602"/>
                  <a:pt x="136806" y="201602"/>
                  <a:pt x="169204" y="169204"/>
                </a:cubicBezTo>
                <a:cubicBezTo>
                  <a:pt x="172746" y="165662"/>
                  <a:pt x="175899" y="161903"/>
                  <a:pt x="178664" y="157929"/>
                </a:cubicBezTo>
                <a:cubicBezTo>
                  <a:pt x="183027" y="151666"/>
                  <a:pt x="191666" y="150154"/>
                  <a:pt x="197930" y="154517"/>
                </a:cubicBezTo>
                <a:cubicBezTo>
                  <a:pt x="204194" y="158880"/>
                  <a:pt x="205705" y="167519"/>
                  <a:pt x="201343" y="173783"/>
                </a:cubicBezTo>
                <a:cubicBezTo>
                  <a:pt x="197671" y="179053"/>
                  <a:pt x="193481" y="184064"/>
                  <a:pt x="188772" y="188772"/>
                </a:cubicBezTo>
                <a:cubicBezTo>
                  <a:pt x="145575" y="231969"/>
                  <a:pt x="75552" y="231969"/>
                  <a:pt x="32398" y="188772"/>
                </a:cubicBezTo>
                <a:cubicBezTo>
                  <a:pt x="-10756" y="145575"/>
                  <a:pt x="-10799" y="75595"/>
                  <a:pt x="32398" y="32398"/>
                </a:cubicBezTo>
                <a:cubicBezTo>
                  <a:pt x="75552" y="-10756"/>
                  <a:pt x="145445" y="-10799"/>
                  <a:pt x="188643" y="32268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057215" y="6377070"/>
            <a:ext cx="215640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04844" y="5971592"/>
            <a:ext cx="2313070" cy="700372"/>
          </a:xfrm>
          <a:custGeom>
            <a:avLst/>
            <a:gdLst/>
            <a:ahLst/>
            <a:cxnLst/>
            <a:rect l="l" t="t" r="r" b="b"/>
            <a:pathLst>
              <a:path w="2313070" h="700372">
                <a:moveTo>
                  <a:pt x="110582" y="0"/>
                </a:moveTo>
                <a:lnTo>
                  <a:pt x="2202489" y="0"/>
                </a:lnTo>
                <a:cubicBezTo>
                  <a:pt x="2263561" y="0"/>
                  <a:pt x="2313070" y="49509"/>
                  <a:pt x="2313070" y="110582"/>
                </a:cubicBezTo>
                <a:lnTo>
                  <a:pt x="2313070" y="589790"/>
                </a:lnTo>
                <a:cubicBezTo>
                  <a:pt x="2313070" y="650863"/>
                  <a:pt x="2263561" y="700372"/>
                  <a:pt x="2202489" y="700372"/>
                </a:cubicBezTo>
                <a:lnTo>
                  <a:pt x="110582" y="700372"/>
                </a:lnTo>
                <a:cubicBezTo>
                  <a:pt x="49509" y="700372"/>
                  <a:pt x="0" y="650863"/>
                  <a:pt x="0" y="589790"/>
                </a:cubicBezTo>
                <a:lnTo>
                  <a:pt x="0" y="110582"/>
                </a:lnTo>
                <a:cubicBezTo>
                  <a:pt x="0" y="49509"/>
                  <a:pt x="49509" y="0"/>
                  <a:pt x="110582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79592" y="6082177"/>
            <a:ext cx="165878" cy="221170"/>
          </a:xfrm>
          <a:custGeom>
            <a:avLst/>
            <a:gdLst/>
            <a:ahLst/>
            <a:cxnLst/>
            <a:rect l="l" t="t" r="r" b="b"/>
            <a:pathLst>
              <a:path w="165878" h="221170">
                <a:moveTo>
                  <a:pt x="0" y="27646"/>
                </a:moveTo>
                <a:cubicBezTo>
                  <a:pt x="0" y="12398"/>
                  <a:pt x="12398" y="0"/>
                  <a:pt x="27646" y="0"/>
                </a:cubicBezTo>
                <a:lnTo>
                  <a:pt x="92226" y="0"/>
                </a:lnTo>
                <a:cubicBezTo>
                  <a:pt x="99570" y="0"/>
                  <a:pt x="106611" y="2894"/>
                  <a:pt x="111795" y="8078"/>
                </a:cubicBezTo>
                <a:lnTo>
                  <a:pt x="157800" y="54126"/>
                </a:lnTo>
                <a:cubicBezTo>
                  <a:pt x="162983" y="59310"/>
                  <a:pt x="165878" y="66351"/>
                  <a:pt x="165878" y="73695"/>
                </a:cubicBezTo>
                <a:lnTo>
                  <a:pt x="165878" y="193524"/>
                </a:lnTo>
                <a:cubicBezTo>
                  <a:pt x="165878" y="208772"/>
                  <a:pt x="153480" y="221170"/>
                  <a:pt x="138231" y="221170"/>
                </a:cubicBezTo>
                <a:lnTo>
                  <a:pt x="27646" y="221170"/>
                </a:lnTo>
                <a:cubicBezTo>
                  <a:pt x="12398" y="221170"/>
                  <a:pt x="0" y="208772"/>
                  <a:pt x="0" y="193524"/>
                </a:cubicBezTo>
                <a:lnTo>
                  <a:pt x="0" y="27646"/>
                </a:lnTo>
                <a:close/>
                <a:moveTo>
                  <a:pt x="89850" y="25270"/>
                </a:moveTo>
                <a:lnTo>
                  <a:pt x="89850" y="65660"/>
                </a:lnTo>
                <a:cubicBezTo>
                  <a:pt x="89850" y="71405"/>
                  <a:pt x="94472" y="76027"/>
                  <a:pt x="100218" y="76027"/>
                </a:cubicBezTo>
                <a:lnTo>
                  <a:pt x="140607" y="76027"/>
                </a:lnTo>
                <a:lnTo>
                  <a:pt x="89850" y="25270"/>
                </a:lnTo>
                <a:close/>
                <a:moveTo>
                  <a:pt x="51837" y="110585"/>
                </a:moveTo>
                <a:cubicBezTo>
                  <a:pt x="46091" y="110585"/>
                  <a:pt x="41469" y="115207"/>
                  <a:pt x="41469" y="120952"/>
                </a:cubicBezTo>
                <a:cubicBezTo>
                  <a:pt x="41469" y="126698"/>
                  <a:pt x="46091" y="131320"/>
                  <a:pt x="51837" y="131320"/>
                </a:cubicBezTo>
                <a:lnTo>
                  <a:pt x="114041" y="131320"/>
                </a:lnTo>
                <a:cubicBezTo>
                  <a:pt x="119786" y="131320"/>
                  <a:pt x="124408" y="126698"/>
                  <a:pt x="124408" y="120952"/>
                </a:cubicBezTo>
                <a:cubicBezTo>
                  <a:pt x="124408" y="115207"/>
                  <a:pt x="119786" y="110585"/>
                  <a:pt x="114041" y="110585"/>
                </a:cubicBezTo>
                <a:lnTo>
                  <a:pt x="51837" y="110585"/>
                </a:lnTo>
                <a:close/>
                <a:moveTo>
                  <a:pt x="51837" y="152054"/>
                </a:moveTo>
                <a:cubicBezTo>
                  <a:pt x="46091" y="152054"/>
                  <a:pt x="41469" y="156677"/>
                  <a:pt x="41469" y="162422"/>
                </a:cubicBezTo>
                <a:cubicBezTo>
                  <a:pt x="41469" y="168167"/>
                  <a:pt x="46091" y="172789"/>
                  <a:pt x="51837" y="172789"/>
                </a:cubicBezTo>
                <a:lnTo>
                  <a:pt x="114041" y="172789"/>
                </a:lnTo>
                <a:cubicBezTo>
                  <a:pt x="119786" y="172789"/>
                  <a:pt x="124408" y="168167"/>
                  <a:pt x="124408" y="162422"/>
                </a:cubicBezTo>
                <a:cubicBezTo>
                  <a:pt x="124408" y="156677"/>
                  <a:pt x="119786" y="152054"/>
                  <a:pt x="114041" y="152054"/>
                </a:cubicBezTo>
                <a:lnTo>
                  <a:pt x="51837" y="152054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3175" y="6377070"/>
            <a:ext cx="215640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52117" y="1474467"/>
            <a:ext cx="3769107" cy="3575583"/>
          </a:xfrm>
          <a:custGeom>
            <a:avLst/>
            <a:gdLst/>
            <a:ahLst/>
            <a:cxnLst/>
            <a:rect l="l" t="t" r="r" b="b"/>
            <a:pathLst>
              <a:path w="3769107" h="3575583">
                <a:moveTo>
                  <a:pt x="147457" y="0"/>
                </a:moveTo>
                <a:lnTo>
                  <a:pt x="3621650" y="0"/>
                </a:lnTo>
                <a:cubicBezTo>
                  <a:pt x="3703088" y="0"/>
                  <a:pt x="3769107" y="66019"/>
                  <a:pt x="3769107" y="147457"/>
                </a:cubicBezTo>
                <a:lnTo>
                  <a:pt x="3769107" y="3428126"/>
                </a:lnTo>
                <a:cubicBezTo>
                  <a:pt x="3769107" y="3509564"/>
                  <a:pt x="3703088" y="3575583"/>
                  <a:pt x="3621650" y="3575583"/>
                </a:cubicBezTo>
                <a:lnTo>
                  <a:pt x="147457" y="3575583"/>
                </a:lnTo>
                <a:cubicBezTo>
                  <a:pt x="66019" y="3575583"/>
                  <a:pt x="0" y="3509564"/>
                  <a:pt x="0" y="3428126"/>
                </a:cubicBezTo>
                <a:lnTo>
                  <a:pt x="0" y="147457"/>
                </a:lnTo>
                <a:cubicBezTo>
                  <a:pt x="0" y="66073"/>
                  <a:pt x="66073" y="0"/>
                  <a:pt x="14745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100000">
                <a:srgbClr val="4A5568"/>
              </a:gs>
            </a:gsLst>
            <a:lin ang="2700000" scaled="1"/>
          </a:gradFill>
          <a:ln/>
          <a:effectLst>
            <a:outerShdw blurRad="230385" dist="18430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36425" y="1658776"/>
            <a:ext cx="349264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Agent View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36425" y="206425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365441" y="2193270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23039" y="11519"/>
                </a:moveTo>
                <a:cubicBezTo>
                  <a:pt x="10331" y="11519"/>
                  <a:pt x="0" y="21851"/>
                  <a:pt x="0" y="34558"/>
                </a:cubicBezTo>
                <a:lnTo>
                  <a:pt x="0" y="126712"/>
                </a:lnTo>
                <a:cubicBezTo>
                  <a:pt x="0" y="139419"/>
                  <a:pt x="10331" y="149751"/>
                  <a:pt x="23039" y="149751"/>
                </a:cubicBezTo>
                <a:lnTo>
                  <a:pt x="74875" y="149751"/>
                </a:lnTo>
                <a:lnTo>
                  <a:pt x="69116" y="167029"/>
                </a:lnTo>
                <a:lnTo>
                  <a:pt x="43197" y="167029"/>
                </a:lnTo>
                <a:cubicBezTo>
                  <a:pt x="38410" y="167029"/>
                  <a:pt x="34558" y="170881"/>
                  <a:pt x="34558" y="175669"/>
                </a:cubicBezTo>
                <a:cubicBezTo>
                  <a:pt x="34558" y="180457"/>
                  <a:pt x="38410" y="184308"/>
                  <a:pt x="43197" y="184308"/>
                </a:cubicBezTo>
                <a:lnTo>
                  <a:pt x="141111" y="184308"/>
                </a:lnTo>
                <a:cubicBezTo>
                  <a:pt x="145899" y="184308"/>
                  <a:pt x="149751" y="180457"/>
                  <a:pt x="149751" y="175669"/>
                </a:cubicBezTo>
                <a:cubicBezTo>
                  <a:pt x="149751" y="170881"/>
                  <a:pt x="145899" y="167029"/>
                  <a:pt x="141111" y="167029"/>
                </a:cubicBezTo>
                <a:lnTo>
                  <a:pt x="115193" y="167029"/>
                </a:lnTo>
                <a:lnTo>
                  <a:pt x="109433" y="149751"/>
                </a:lnTo>
                <a:lnTo>
                  <a:pt x="161270" y="149751"/>
                </a:lnTo>
                <a:cubicBezTo>
                  <a:pt x="173977" y="149751"/>
                  <a:pt x="184308" y="139419"/>
                  <a:pt x="184308" y="126712"/>
                </a:cubicBezTo>
                <a:lnTo>
                  <a:pt x="184308" y="34558"/>
                </a:lnTo>
                <a:cubicBezTo>
                  <a:pt x="184308" y="21851"/>
                  <a:pt x="173977" y="11519"/>
                  <a:pt x="161270" y="11519"/>
                </a:cubicBezTo>
                <a:lnTo>
                  <a:pt x="23039" y="11519"/>
                </a:lnTo>
                <a:close/>
                <a:moveTo>
                  <a:pt x="34558" y="34558"/>
                </a:moveTo>
                <a:lnTo>
                  <a:pt x="149751" y="34558"/>
                </a:lnTo>
                <a:cubicBezTo>
                  <a:pt x="156122" y="34558"/>
                  <a:pt x="161270" y="39705"/>
                  <a:pt x="161270" y="46077"/>
                </a:cubicBezTo>
                <a:lnTo>
                  <a:pt x="161270" y="103673"/>
                </a:lnTo>
                <a:cubicBezTo>
                  <a:pt x="161270" y="110045"/>
                  <a:pt x="156122" y="115193"/>
                  <a:pt x="149751" y="115193"/>
                </a:cubicBezTo>
                <a:lnTo>
                  <a:pt x="34558" y="115193"/>
                </a:lnTo>
                <a:cubicBezTo>
                  <a:pt x="28186" y="115193"/>
                  <a:pt x="23039" y="110045"/>
                  <a:pt x="23039" y="103673"/>
                </a:cubicBezTo>
                <a:lnTo>
                  <a:pt x="23039" y="46077"/>
                </a:lnTo>
                <a:cubicBezTo>
                  <a:pt x="23039" y="39705"/>
                  <a:pt x="28186" y="34558"/>
                  <a:pt x="34558" y="3455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789350" y="2064254"/>
            <a:ext cx="292128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VNC Stream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89350" y="2322286"/>
            <a:ext cx="2912073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Next.js dashboard shows real-time browser navigation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36425" y="2838349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353922" y="2967365"/>
            <a:ext cx="207347" cy="184308"/>
          </a:xfrm>
          <a:custGeom>
            <a:avLst/>
            <a:gdLst/>
            <a:ahLst/>
            <a:cxnLst/>
            <a:rect l="l" t="t" r="r" b="b"/>
            <a:pathLst>
              <a:path w="207347" h="184308">
                <a:moveTo>
                  <a:pt x="103673" y="11519"/>
                </a:moveTo>
                <a:cubicBezTo>
                  <a:pt x="74587" y="11519"/>
                  <a:pt x="51297" y="24766"/>
                  <a:pt x="34342" y="40533"/>
                </a:cubicBezTo>
                <a:cubicBezTo>
                  <a:pt x="17495" y="56192"/>
                  <a:pt x="6228" y="74875"/>
                  <a:pt x="864" y="87726"/>
                </a:cubicBezTo>
                <a:cubicBezTo>
                  <a:pt x="-324" y="90570"/>
                  <a:pt x="-324" y="93738"/>
                  <a:pt x="864" y="96582"/>
                </a:cubicBezTo>
                <a:cubicBezTo>
                  <a:pt x="6228" y="109433"/>
                  <a:pt x="17495" y="128152"/>
                  <a:pt x="34342" y="143775"/>
                </a:cubicBezTo>
                <a:cubicBezTo>
                  <a:pt x="51297" y="159506"/>
                  <a:pt x="74587" y="172789"/>
                  <a:pt x="103673" y="172789"/>
                </a:cubicBezTo>
                <a:cubicBezTo>
                  <a:pt x="132760" y="172789"/>
                  <a:pt x="156050" y="159542"/>
                  <a:pt x="173005" y="143775"/>
                </a:cubicBezTo>
                <a:cubicBezTo>
                  <a:pt x="189852" y="128116"/>
                  <a:pt x="201119" y="109433"/>
                  <a:pt x="206483" y="96582"/>
                </a:cubicBezTo>
                <a:cubicBezTo>
                  <a:pt x="207671" y="93738"/>
                  <a:pt x="207671" y="90570"/>
                  <a:pt x="206483" y="87726"/>
                </a:cubicBezTo>
                <a:cubicBezTo>
                  <a:pt x="201119" y="74875"/>
                  <a:pt x="189852" y="56156"/>
                  <a:pt x="173005" y="40533"/>
                </a:cubicBezTo>
                <a:cubicBezTo>
                  <a:pt x="156050" y="24802"/>
                  <a:pt x="132760" y="11519"/>
                  <a:pt x="103673" y="11519"/>
                </a:cubicBezTo>
                <a:close/>
                <a:moveTo>
                  <a:pt x="51837" y="92154"/>
                </a:moveTo>
                <a:cubicBezTo>
                  <a:pt x="51837" y="63545"/>
                  <a:pt x="75064" y="40317"/>
                  <a:pt x="103673" y="40317"/>
                </a:cubicBezTo>
                <a:cubicBezTo>
                  <a:pt x="132283" y="40317"/>
                  <a:pt x="155510" y="63545"/>
                  <a:pt x="155510" y="92154"/>
                </a:cubicBezTo>
                <a:cubicBezTo>
                  <a:pt x="155510" y="120764"/>
                  <a:pt x="132283" y="143991"/>
                  <a:pt x="103673" y="143991"/>
                </a:cubicBezTo>
                <a:cubicBezTo>
                  <a:pt x="75064" y="143991"/>
                  <a:pt x="51837" y="120764"/>
                  <a:pt x="51837" y="92154"/>
                </a:cubicBezTo>
                <a:close/>
                <a:moveTo>
                  <a:pt x="103673" y="69116"/>
                </a:moveTo>
                <a:cubicBezTo>
                  <a:pt x="103673" y="81823"/>
                  <a:pt x="93342" y="92154"/>
                  <a:pt x="80635" y="92154"/>
                </a:cubicBezTo>
                <a:cubicBezTo>
                  <a:pt x="76495" y="92154"/>
                  <a:pt x="72607" y="91074"/>
                  <a:pt x="69224" y="89130"/>
                </a:cubicBezTo>
                <a:cubicBezTo>
                  <a:pt x="68864" y="93054"/>
                  <a:pt x="69188" y="97086"/>
                  <a:pt x="70268" y="101082"/>
                </a:cubicBezTo>
                <a:cubicBezTo>
                  <a:pt x="75199" y="119512"/>
                  <a:pt x="94170" y="130456"/>
                  <a:pt x="112601" y="125524"/>
                </a:cubicBezTo>
                <a:cubicBezTo>
                  <a:pt x="131032" y="120592"/>
                  <a:pt x="141975" y="101622"/>
                  <a:pt x="137043" y="83191"/>
                </a:cubicBezTo>
                <a:cubicBezTo>
                  <a:pt x="132652" y="66740"/>
                  <a:pt x="117065" y="56264"/>
                  <a:pt x="100650" y="57704"/>
                </a:cubicBezTo>
                <a:cubicBezTo>
                  <a:pt x="102558" y="61052"/>
                  <a:pt x="103673" y="64940"/>
                  <a:pt x="103673" y="6911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789350" y="2838349"/>
            <a:ext cx="271854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Unprecedented Observability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89350" y="3096381"/>
            <a:ext cx="270933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QE leads watch AI's "thought process" in action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36425" y="3428136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110585" y="0"/>
                </a:moveTo>
                <a:lnTo>
                  <a:pt x="331755" y="0"/>
                </a:lnTo>
                <a:cubicBezTo>
                  <a:pt x="392830" y="0"/>
                  <a:pt x="442340" y="49511"/>
                  <a:pt x="442340" y="110585"/>
                </a:cubicBezTo>
                <a:lnTo>
                  <a:pt x="442340" y="331755"/>
                </a:lnTo>
                <a:cubicBezTo>
                  <a:pt x="442340" y="392830"/>
                  <a:pt x="392830" y="442340"/>
                  <a:pt x="331755" y="442340"/>
                </a:cubicBezTo>
                <a:lnTo>
                  <a:pt x="110585" y="442340"/>
                </a:lnTo>
                <a:cubicBezTo>
                  <a:pt x="49511" y="442340"/>
                  <a:pt x="0" y="392830"/>
                  <a:pt x="0" y="331755"/>
                </a:cubicBezTo>
                <a:lnTo>
                  <a:pt x="0" y="110585"/>
                </a:lnTo>
                <a:cubicBezTo>
                  <a:pt x="0" y="49551"/>
                  <a:pt x="49551" y="0"/>
                  <a:pt x="11058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365441" y="3557152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cubicBezTo>
                  <a:pt x="93810" y="0"/>
                  <a:pt x="95466" y="360"/>
                  <a:pt x="96978" y="1044"/>
                </a:cubicBezTo>
                <a:lnTo>
                  <a:pt x="164798" y="29806"/>
                </a:lnTo>
                <a:cubicBezTo>
                  <a:pt x="172717" y="33154"/>
                  <a:pt x="178621" y="40965"/>
                  <a:pt x="178585" y="50397"/>
                </a:cubicBezTo>
                <a:cubicBezTo>
                  <a:pt x="178405" y="86107"/>
                  <a:pt x="163718" y="151442"/>
                  <a:pt x="101694" y="181141"/>
                </a:cubicBezTo>
                <a:cubicBezTo>
                  <a:pt x="95682" y="184020"/>
                  <a:pt x="88698" y="184020"/>
                  <a:pt x="82687" y="181141"/>
                </a:cubicBezTo>
                <a:cubicBezTo>
                  <a:pt x="20627" y="151442"/>
                  <a:pt x="5976" y="86107"/>
                  <a:pt x="5796" y="50397"/>
                </a:cubicBezTo>
                <a:cubicBezTo>
                  <a:pt x="5760" y="40965"/>
                  <a:pt x="11663" y="33154"/>
                  <a:pt x="19583" y="29806"/>
                </a:cubicBezTo>
                <a:lnTo>
                  <a:pt x="87366" y="1044"/>
                </a:lnTo>
                <a:cubicBezTo>
                  <a:pt x="88878" y="360"/>
                  <a:pt x="90498" y="0"/>
                  <a:pt x="92154" y="0"/>
                </a:cubicBezTo>
                <a:close/>
                <a:moveTo>
                  <a:pt x="92154" y="24046"/>
                </a:moveTo>
                <a:lnTo>
                  <a:pt x="92154" y="160154"/>
                </a:lnTo>
                <a:cubicBezTo>
                  <a:pt x="141831" y="136107"/>
                  <a:pt x="155186" y="82831"/>
                  <a:pt x="155510" y="50937"/>
                </a:cubicBezTo>
                <a:lnTo>
                  <a:pt x="92154" y="24082"/>
                </a:lnTo>
                <a:lnTo>
                  <a:pt x="92154" y="2408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789350" y="3428136"/>
            <a:ext cx="292128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 Trust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789350" y="3686168"/>
            <a:ext cx="2912073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8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execution builds confidence with stakeholders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41033" y="4206839"/>
            <a:ext cx="3391274" cy="414694"/>
          </a:xfrm>
          <a:custGeom>
            <a:avLst/>
            <a:gdLst/>
            <a:ahLst/>
            <a:cxnLst/>
            <a:rect l="l" t="t" r="r" b="b"/>
            <a:pathLst>
              <a:path w="3391274" h="414694">
                <a:moveTo>
                  <a:pt x="110586" y="0"/>
                </a:moveTo>
                <a:lnTo>
                  <a:pt x="3280688" y="0"/>
                </a:lnTo>
                <a:cubicBezTo>
                  <a:pt x="3341763" y="0"/>
                  <a:pt x="3391274" y="49511"/>
                  <a:pt x="3391274" y="110586"/>
                </a:cubicBezTo>
                <a:lnTo>
                  <a:pt x="3391274" y="304107"/>
                </a:lnTo>
                <a:cubicBezTo>
                  <a:pt x="3391274" y="365183"/>
                  <a:pt x="3341763" y="414694"/>
                  <a:pt x="3280688" y="414694"/>
                </a:cubicBezTo>
                <a:lnTo>
                  <a:pt x="110586" y="414694"/>
                </a:lnTo>
                <a:cubicBezTo>
                  <a:pt x="49552" y="414694"/>
                  <a:pt x="0" y="365142"/>
                  <a:pt x="0" y="304107"/>
                </a:cubicBezTo>
                <a:lnTo>
                  <a:pt x="0" y="110586"/>
                </a:lnTo>
                <a:cubicBezTo>
                  <a:pt x="0" y="49552"/>
                  <a:pt x="49552" y="0"/>
                  <a:pt x="11058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23972" y="4322032"/>
            <a:ext cx="3225397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"See the AI think and act in real-time"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052117" y="5160635"/>
            <a:ext cx="3769107" cy="1695637"/>
          </a:xfrm>
          <a:custGeom>
            <a:avLst/>
            <a:gdLst/>
            <a:ahLst/>
            <a:cxnLst/>
            <a:rect l="l" t="t" r="r" b="b"/>
            <a:pathLst>
              <a:path w="3769107" h="1695637">
                <a:moveTo>
                  <a:pt x="147453" y="0"/>
                </a:moveTo>
                <a:lnTo>
                  <a:pt x="3621654" y="0"/>
                </a:lnTo>
                <a:cubicBezTo>
                  <a:pt x="3703090" y="0"/>
                  <a:pt x="3769107" y="66017"/>
                  <a:pt x="3769107" y="147453"/>
                </a:cubicBezTo>
                <a:lnTo>
                  <a:pt x="3769107" y="1548185"/>
                </a:lnTo>
                <a:cubicBezTo>
                  <a:pt x="3769107" y="1629566"/>
                  <a:pt x="3703035" y="1695637"/>
                  <a:pt x="3621654" y="1695637"/>
                </a:cubicBezTo>
                <a:lnTo>
                  <a:pt x="147453" y="1695637"/>
                </a:lnTo>
                <a:cubicBezTo>
                  <a:pt x="66017" y="1695637"/>
                  <a:pt x="0" y="1629620"/>
                  <a:pt x="0" y="1548185"/>
                </a:cubicBezTo>
                <a:lnTo>
                  <a:pt x="0" y="147453"/>
                </a:lnTo>
                <a:cubicBezTo>
                  <a:pt x="0" y="66071"/>
                  <a:pt x="66071" y="0"/>
                  <a:pt x="1474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194956" y="5344943"/>
            <a:ext cx="348342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6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Self-Healing Advantage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41033" y="5718168"/>
            <a:ext cx="3391274" cy="414694"/>
          </a:xfrm>
          <a:custGeom>
            <a:avLst/>
            <a:gdLst/>
            <a:ahLst/>
            <a:cxnLst/>
            <a:rect l="l" t="t" r="r" b="b"/>
            <a:pathLst>
              <a:path w="3391274" h="414694">
                <a:moveTo>
                  <a:pt x="73724" y="0"/>
                </a:moveTo>
                <a:lnTo>
                  <a:pt x="3317550" y="0"/>
                </a:lnTo>
                <a:cubicBezTo>
                  <a:pt x="3358267" y="0"/>
                  <a:pt x="3391274" y="33007"/>
                  <a:pt x="3391274" y="73724"/>
                </a:cubicBezTo>
                <a:lnTo>
                  <a:pt x="3391274" y="340970"/>
                </a:lnTo>
                <a:cubicBezTo>
                  <a:pt x="3391274" y="381686"/>
                  <a:pt x="3358267" y="414694"/>
                  <a:pt x="3317550" y="414694"/>
                </a:cubicBezTo>
                <a:lnTo>
                  <a:pt x="73724" y="414694"/>
                </a:lnTo>
                <a:cubicBezTo>
                  <a:pt x="33007" y="414694"/>
                  <a:pt x="0" y="381686"/>
                  <a:pt x="0" y="340970"/>
                </a:cubicBezTo>
                <a:lnTo>
                  <a:pt x="0" y="73724"/>
                </a:lnTo>
                <a:cubicBezTo>
                  <a:pt x="0" y="33035"/>
                  <a:pt x="33035" y="0"/>
                  <a:pt x="73724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356226" y="5833361"/>
            <a:ext cx="1013696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Tools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406368" y="5833361"/>
            <a:ext cx="117035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on UI Change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41033" y="6252662"/>
            <a:ext cx="3391274" cy="414694"/>
          </a:xfrm>
          <a:custGeom>
            <a:avLst/>
            <a:gdLst/>
            <a:ahLst/>
            <a:cxnLst/>
            <a:rect l="l" t="t" r="r" b="b"/>
            <a:pathLst>
              <a:path w="3391274" h="414694">
                <a:moveTo>
                  <a:pt x="73724" y="0"/>
                </a:moveTo>
                <a:lnTo>
                  <a:pt x="3317550" y="0"/>
                </a:lnTo>
                <a:cubicBezTo>
                  <a:pt x="3358267" y="0"/>
                  <a:pt x="3391274" y="33007"/>
                  <a:pt x="3391274" y="73724"/>
                </a:cubicBezTo>
                <a:lnTo>
                  <a:pt x="3391274" y="340970"/>
                </a:lnTo>
                <a:cubicBezTo>
                  <a:pt x="3391274" y="381686"/>
                  <a:pt x="3358267" y="414694"/>
                  <a:pt x="3317550" y="414694"/>
                </a:cubicBezTo>
                <a:lnTo>
                  <a:pt x="73724" y="414694"/>
                </a:lnTo>
                <a:cubicBezTo>
                  <a:pt x="33007" y="414694"/>
                  <a:pt x="0" y="381686"/>
                  <a:pt x="0" y="340970"/>
                </a:cubicBezTo>
                <a:lnTo>
                  <a:pt x="0" y="73724"/>
                </a:lnTo>
                <a:cubicBezTo>
                  <a:pt x="0" y="33035"/>
                  <a:pt x="33035" y="0"/>
                  <a:pt x="73724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356226" y="6367855"/>
            <a:ext cx="70037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AetherTest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297079" y="6367855"/>
            <a:ext cx="128094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Adapts Automatically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4746e5ea13b5622eb49380b7525df56006cc229e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4311" b="43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B82F6">
                  <a:alpha val="2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895475"/>
            <a:ext cx="2066925" cy="466725"/>
          </a:xfrm>
          <a:custGeom>
            <a:avLst/>
            <a:gdLst/>
            <a:ahLst/>
            <a:cxnLst/>
            <a:rect l="l" t="t" r="r" b="b"/>
            <a:pathLst>
              <a:path w="2066925" h="466725">
                <a:moveTo>
                  <a:pt x="233362" y="0"/>
                </a:moveTo>
                <a:lnTo>
                  <a:pt x="1833563" y="0"/>
                </a:lnTo>
                <a:cubicBezTo>
                  <a:pt x="1962359" y="0"/>
                  <a:pt x="2066925" y="104566"/>
                  <a:pt x="2066925" y="233362"/>
                </a:cubicBezTo>
                <a:lnTo>
                  <a:pt x="2066925" y="233362"/>
                </a:lnTo>
                <a:cubicBezTo>
                  <a:pt x="2066925" y="362159"/>
                  <a:pt x="1962359" y="466725"/>
                  <a:pt x="1833563" y="466725"/>
                </a:cubicBezTo>
                <a:lnTo>
                  <a:pt x="233362" y="466725"/>
                </a:lnTo>
                <a:cubicBezTo>
                  <a:pt x="104566" y="466725"/>
                  <a:pt x="0" y="362159"/>
                  <a:pt x="0" y="233363"/>
                </a:cubicBezTo>
                <a:lnTo>
                  <a:pt x="0" y="233362"/>
                </a:lnTo>
                <a:cubicBezTo>
                  <a:pt x="0" y="104566"/>
                  <a:pt x="104566" y="0"/>
                  <a:pt x="2333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97643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4704" y="201453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824163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Differentiation &amp; Impact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91001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AetherTest changes everything in the testing landscape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83393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19200" y="4738688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Low-Code to Zero-Touch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AetherTest vs Traditional Tools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paradigm shift in test automation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619750" cy="4286250"/>
          </a:xfrm>
          <a:custGeom>
            <a:avLst/>
            <a:gdLst/>
            <a:ahLst/>
            <a:cxnLst/>
            <a:rect l="l" t="t" r="r" b="b"/>
            <a:pathLst>
              <a:path w="5619750" h="4286250">
                <a:moveTo>
                  <a:pt x="38100" y="0"/>
                </a:moveTo>
                <a:lnTo>
                  <a:pt x="5467331" y="0"/>
                </a:lnTo>
                <a:cubicBezTo>
                  <a:pt x="5551510" y="0"/>
                  <a:pt x="5619750" y="68240"/>
                  <a:pt x="5619750" y="152419"/>
                </a:cubicBezTo>
                <a:lnTo>
                  <a:pt x="5619750" y="4133831"/>
                </a:lnTo>
                <a:cubicBezTo>
                  <a:pt x="5619750" y="4218010"/>
                  <a:pt x="5551510" y="4286250"/>
                  <a:pt x="5467331" y="4286250"/>
                </a:cubicBezTo>
                <a:lnTo>
                  <a:pt x="38100" y="4286250"/>
                </a:lnTo>
                <a:cubicBezTo>
                  <a:pt x="17072" y="4286250"/>
                  <a:pt x="0" y="4269178"/>
                  <a:pt x="0" y="424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524000"/>
            <a:ext cx="38100" cy="4286250"/>
          </a:xfrm>
          <a:custGeom>
            <a:avLst/>
            <a:gdLst/>
            <a:ahLst/>
            <a:cxnLst/>
            <a:rect l="l" t="t" r="r" b="b"/>
            <a:pathLst>
              <a:path w="38100" h="4286250">
                <a:moveTo>
                  <a:pt x="38100" y="0"/>
                </a:moveTo>
                <a:lnTo>
                  <a:pt x="38100" y="0"/>
                </a:lnTo>
                <a:lnTo>
                  <a:pt x="38100" y="4286250"/>
                </a:lnTo>
                <a:lnTo>
                  <a:pt x="38100" y="4286250"/>
                </a:lnTo>
                <a:cubicBezTo>
                  <a:pt x="17072" y="4286250"/>
                  <a:pt x="0" y="4269178"/>
                  <a:pt x="0" y="424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467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044" y="1847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1100" y="179070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Current Tools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241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 Selector Dependency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52700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Rely on ID/XPath/CSS selectors that break with UI changes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857500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Script Authoring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08610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 developers to write and maintain test code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65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3909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Brittle &amp; High Maintenance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195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break frequently, consuming 30% of tester 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65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924300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Post-Development Testing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15290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start until code is stable, delaying feedback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4363" y="4500563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2475" y="4638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0125" y="461962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Selenium • Cypress • TOSCA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1524000"/>
            <a:ext cx="5619750" cy="4286250"/>
          </a:xfrm>
          <a:custGeom>
            <a:avLst/>
            <a:gdLst/>
            <a:ahLst/>
            <a:cxnLst/>
            <a:rect l="l" t="t" r="r" b="b"/>
            <a:pathLst>
              <a:path w="5619750" h="4286250">
                <a:moveTo>
                  <a:pt x="38100" y="0"/>
                </a:moveTo>
                <a:lnTo>
                  <a:pt x="5467331" y="0"/>
                </a:lnTo>
                <a:cubicBezTo>
                  <a:pt x="5551510" y="0"/>
                  <a:pt x="5619750" y="68240"/>
                  <a:pt x="5619750" y="152419"/>
                </a:cubicBezTo>
                <a:lnTo>
                  <a:pt x="5619750" y="4133831"/>
                </a:lnTo>
                <a:cubicBezTo>
                  <a:pt x="5619750" y="4218010"/>
                  <a:pt x="5551510" y="4286250"/>
                  <a:pt x="5467331" y="4286250"/>
                </a:cubicBezTo>
                <a:lnTo>
                  <a:pt x="38100" y="4286250"/>
                </a:lnTo>
                <a:cubicBezTo>
                  <a:pt x="17072" y="4286250"/>
                  <a:pt x="0" y="4269178"/>
                  <a:pt x="0" y="424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1250" y="1524000"/>
            <a:ext cx="38100" cy="4286250"/>
          </a:xfrm>
          <a:custGeom>
            <a:avLst/>
            <a:gdLst/>
            <a:ahLst/>
            <a:cxnLst/>
            <a:rect l="l" t="t" r="r" b="b"/>
            <a:pathLst>
              <a:path w="38100" h="4286250">
                <a:moveTo>
                  <a:pt x="38100" y="0"/>
                </a:moveTo>
                <a:lnTo>
                  <a:pt x="38100" y="0"/>
                </a:lnTo>
                <a:lnTo>
                  <a:pt x="38100" y="4286250"/>
                </a:lnTo>
                <a:lnTo>
                  <a:pt x="38100" y="4286250"/>
                </a:lnTo>
                <a:cubicBezTo>
                  <a:pt x="17072" y="4286250"/>
                  <a:pt x="0" y="4269178"/>
                  <a:pt x="0" y="424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34150" y="184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72300" y="1790700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AetherTest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98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05600" y="232410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Vision-Language Synergy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05600" y="2552700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"Sees" the UI, identifies elements by appearance and function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98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05600" y="285750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Zero-Scripting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05600" y="308610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approach—provide the goal, AI figures out the path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985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05600" y="339090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 by Design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05600" y="3619500"/>
            <a:ext cx="3819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reasoning adapts to UI changes without human intervention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985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05600" y="3924300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Shift-Left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05600" y="4152900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tests from Figma before code is deployed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5563" y="4500563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534150" y="46386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91325" y="4619625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Zero-Touch AI Testing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50000">
                <a:srgbClr val="AD46FF">
                  <a:alpha val="10000"/>
                </a:srgbClr>
              </a:gs>
              <a:gs pos="100000">
                <a:srgbClr val="00C950">
                  <a:alpha val="10000"/>
                </a:srgbClr>
              </a:gs>
            </a:gsLst>
            <a:lin ang="0" scaled="1"/>
          </a:gra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775025" y="61055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7925" y="6086475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Paradigm Shift: From </a:t>
            </a:r>
            <a:r>
              <a:rPr lang="en-US" sz="12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Code-Centric</a:t>
            </a: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r>
              <a:rPr lang="en-US" sz="1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Vision-Centric</a:t>
            </a: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Expected Outcomes &amp;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Quantifiable improvements that transform testing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152395" y="0"/>
                </a:moveTo>
                <a:lnTo>
                  <a:pt x="5486405" y="0"/>
                </a:lnTo>
                <a:cubicBezTo>
                  <a:pt x="5570570" y="0"/>
                  <a:pt x="5638800" y="68230"/>
                  <a:pt x="5638800" y="152395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771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55DFC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92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7300" y="1714500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095500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Reduction in Scripting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5146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from "Writing Tests" to "Reviewing Results." Testers focus on validation and analysis rather than script creation.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263" y="3300413"/>
            <a:ext cx="5248275" cy="428625"/>
          </a:xfrm>
          <a:custGeom>
            <a:avLst/>
            <a:gdLst/>
            <a:ahLst/>
            <a:cxnLst/>
            <a:rect l="l" t="t" r="r" b="b"/>
            <a:pathLst>
              <a:path w="5248275" h="428625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52424"/>
                </a:lnTo>
                <a:cubicBezTo>
                  <a:pt x="5248275" y="394509"/>
                  <a:pt x="5214159" y="428625"/>
                  <a:pt x="51720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4375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3925" y="341947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Hours to Minutes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152400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152395" y="0"/>
                </a:moveTo>
                <a:lnTo>
                  <a:pt x="5486405" y="0"/>
                </a:lnTo>
                <a:cubicBezTo>
                  <a:pt x="5570570" y="0"/>
                  <a:pt x="5638800" y="68230"/>
                  <a:pt x="5638800" y="152395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62700" y="1771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9810FA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5100" y="192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197" y="104209"/>
                </a:moveTo>
                <a:cubicBezTo>
                  <a:pt x="-1384" y="109791"/>
                  <a:pt x="-1384" y="118854"/>
                  <a:pt x="4197" y="124435"/>
                </a:cubicBezTo>
                <a:lnTo>
                  <a:pt x="75634" y="195873"/>
                </a:lnTo>
                <a:cubicBezTo>
                  <a:pt x="81216" y="201454"/>
                  <a:pt x="90279" y="201454"/>
                  <a:pt x="95860" y="195873"/>
                </a:cubicBezTo>
                <a:cubicBezTo>
                  <a:pt x="101441" y="190292"/>
                  <a:pt x="101441" y="181228"/>
                  <a:pt x="95860" y="175647"/>
                </a:cubicBezTo>
                <a:lnTo>
                  <a:pt x="48801" y="128588"/>
                </a:ln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48801" y="100013"/>
                </a:lnTo>
                <a:lnTo>
                  <a:pt x="95860" y="52953"/>
                </a:lnTo>
                <a:cubicBezTo>
                  <a:pt x="101441" y="47372"/>
                  <a:pt x="101441" y="38308"/>
                  <a:pt x="95860" y="32727"/>
                </a:cubicBezTo>
                <a:cubicBezTo>
                  <a:pt x="90279" y="27146"/>
                  <a:pt x="81216" y="27146"/>
                  <a:pt x="75634" y="32727"/>
                </a:cubicBezTo>
                <a:lnTo>
                  <a:pt x="4197" y="10416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8500" y="1714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9810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8500" y="209550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Shift-Left Testing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2700" y="25146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logic generated as soon as Figma design is ready, even before code deployment. Catch issues at design phase.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67463" y="3300413"/>
            <a:ext cx="5248275" cy="428625"/>
          </a:xfrm>
          <a:custGeom>
            <a:avLst/>
            <a:gdLst/>
            <a:ahLst/>
            <a:cxnLst/>
            <a:rect l="l" t="t" r="r" b="b"/>
            <a:pathLst>
              <a:path w="5248275" h="428625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52424"/>
                </a:lnTo>
                <a:cubicBezTo>
                  <a:pt x="5248275" y="394509"/>
                  <a:pt x="5214159" y="428625"/>
                  <a:pt x="51720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AF5FF"/>
          </a:solidFill>
          <a:ln w="12700">
            <a:solidFill>
              <a:srgbClr val="E9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05575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15125" y="341947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→ Test → Code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407670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152395" y="0"/>
                </a:moveTo>
                <a:lnTo>
                  <a:pt x="5486405" y="0"/>
                </a:lnTo>
                <a:cubicBezTo>
                  <a:pt x="5570570" y="0"/>
                  <a:pt x="5638800" y="68230"/>
                  <a:pt x="5638800" y="152395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" y="4324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6763" y="44767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57300" y="4267200"/>
            <a:ext cx="2047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57300" y="4648200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Total Cost of Ownership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50673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need for specialized automation engineers for routine functional testing. Focus experts on security and performance.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6263" y="5853113"/>
            <a:ext cx="5248275" cy="428625"/>
          </a:xfrm>
          <a:custGeom>
            <a:avLst/>
            <a:gdLst/>
            <a:ahLst/>
            <a:cxnLst/>
            <a:rect l="l" t="t" r="r" b="b"/>
            <a:pathLst>
              <a:path w="5248275" h="428625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52424"/>
                </a:lnTo>
                <a:cubicBezTo>
                  <a:pt x="5248275" y="394509"/>
                  <a:pt x="5214159" y="428625"/>
                  <a:pt x="51720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4375" y="6000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925" y="597217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4076700"/>
            <a:ext cx="5638800" cy="2400300"/>
          </a:xfrm>
          <a:custGeom>
            <a:avLst/>
            <a:gdLst/>
            <a:ahLst/>
            <a:cxnLst/>
            <a:rect l="l" t="t" r="r" b="b"/>
            <a:pathLst>
              <a:path w="5638800" h="2400300">
                <a:moveTo>
                  <a:pt x="152395" y="0"/>
                </a:moveTo>
                <a:lnTo>
                  <a:pt x="5486405" y="0"/>
                </a:lnTo>
                <a:cubicBezTo>
                  <a:pt x="5570570" y="0"/>
                  <a:pt x="5638800" y="68230"/>
                  <a:pt x="5638800" y="152395"/>
                </a:cubicBezTo>
                <a:lnTo>
                  <a:pt x="5638800" y="2247905"/>
                </a:lnTo>
                <a:cubicBezTo>
                  <a:pt x="5638800" y="2332070"/>
                  <a:pt x="5570570" y="2400300"/>
                  <a:pt x="54864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62700" y="4324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54900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86525" y="44767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185738" y="14288"/>
                </a:lnTo>
                <a:cubicBezTo>
                  <a:pt x="201498" y="14288"/>
                  <a:pt x="214313" y="27102"/>
                  <a:pt x="214313" y="42863"/>
                </a:cubicBezTo>
                <a:lnTo>
                  <a:pt x="214313" y="57150"/>
                </a:lnTo>
                <a:lnTo>
                  <a:pt x="236949" y="57150"/>
                </a:lnTo>
                <a:cubicBezTo>
                  <a:pt x="244539" y="57150"/>
                  <a:pt x="251817" y="60141"/>
                  <a:pt x="257175" y="65499"/>
                </a:cubicBezTo>
                <a:lnTo>
                  <a:pt x="277401" y="85725"/>
                </a:lnTo>
                <a:cubicBezTo>
                  <a:pt x="282759" y="91083"/>
                  <a:pt x="285750" y="98361"/>
                  <a:pt x="285750" y="105951"/>
                </a:cubicBezTo>
                <a:lnTo>
                  <a:pt x="285750" y="171450"/>
                </a:lnTo>
                <a:cubicBezTo>
                  <a:pt x="285750" y="187211"/>
                  <a:pt x="272936" y="200025"/>
                  <a:pt x="257175" y="200025"/>
                </a:cubicBezTo>
                <a:lnTo>
                  <a:pt x="255702" y="200025"/>
                </a:lnTo>
                <a:cubicBezTo>
                  <a:pt x="251058" y="216500"/>
                  <a:pt x="235878" y="228600"/>
                  <a:pt x="217884" y="228600"/>
                </a:cubicBezTo>
                <a:cubicBezTo>
                  <a:pt x="199891" y="228600"/>
                  <a:pt x="184755" y="216500"/>
                  <a:pt x="180067" y="200025"/>
                </a:cubicBezTo>
                <a:lnTo>
                  <a:pt x="134258" y="200025"/>
                </a:lnTo>
                <a:cubicBezTo>
                  <a:pt x="129614" y="216500"/>
                  <a:pt x="114434" y="228600"/>
                  <a:pt x="96441" y="228600"/>
                </a:cubicBezTo>
                <a:cubicBezTo>
                  <a:pt x="78447" y="228600"/>
                  <a:pt x="63311" y="216500"/>
                  <a:pt x="58623" y="200025"/>
                </a:cubicBezTo>
                <a:lnTo>
                  <a:pt x="57150" y="200025"/>
                </a:lnTo>
                <a:cubicBezTo>
                  <a:pt x="41389" y="200025"/>
                  <a:pt x="28575" y="187211"/>
                  <a:pt x="28575" y="171450"/>
                </a:cubicBez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45241"/>
                  <a:pt x="0" y="139303"/>
                </a:cubicBezTo>
                <a:cubicBezTo>
                  <a:pt x="0" y="133365"/>
                  <a:pt x="4777" y="128588"/>
                  <a:pt x="10716" y="128588"/>
                </a:cubicBezTo>
                <a:lnTo>
                  <a:pt x="60722" y="128588"/>
                </a:lnTo>
                <a:cubicBezTo>
                  <a:pt x="66660" y="128588"/>
                  <a:pt x="71438" y="123810"/>
                  <a:pt x="71438" y="117872"/>
                </a:cubicBezTo>
                <a:cubicBezTo>
                  <a:pt x="71438" y="111934"/>
                  <a:pt x="66660" y="107156"/>
                  <a:pt x="60722" y="107156"/>
                </a:cubicBezTo>
                <a:lnTo>
                  <a:pt x="10716" y="107156"/>
                </a:lnTo>
                <a:cubicBezTo>
                  <a:pt x="4777" y="107156"/>
                  <a:pt x="0" y="102379"/>
                  <a:pt x="0" y="96441"/>
                </a:cubicBezTo>
                <a:cubicBezTo>
                  <a:pt x="0" y="90502"/>
                  <a:pt x="4777" y="85725"/>
                  <a:pt x="10716" y="85725"/>
                </a:cubicBezTo>
                <a:lnTo>
                  <a:pt x="89297" y="85725"/>
                </a:lnTo>
                <a:cubicBezTo>
                  <a:pt x="95235" y="85725"/>
                  <a:pt x="100013" y="80948"/>
                  <a:pt x="100013" y="75009"/>
                </a:cubicBezTo>
                <a:cubicBezTo>
                  <a:pt x="100013" y="69071"/>
                  <a:pt x="95235" y="64294"/>
                  <a:pt x="89297" y="64294"/>
                </a:cubicBezTo>
                <a:lnTo>
                  <a:pt x="10716" y="64294"/>
                </a:lnTo>
                <a:cubicBezTo>
                  <a:pt x="4777" y="64294"/>
                  <a:pt x="0" y="59516"/>
                  <a:pt x="0" y="53578"/>
                </a:cubicBezTo>
                <a:cubicBezTo>
                  <a:pt x="0" y="47640"/>
                  <a:pt x="4777" y="42863"/>
                  <a:pt x="10716" y="42863"/>
                </a:cubicBezTo>
                <a:lnTo>
                  <a:pt x="28575" y="42863"/>
                </a:lnTo>
                <a:close/>
                <a:moveTo>
                  <a:pt x="257175" y="128588"/>
                </a:moveTo>
                <a:lnTo>
                  <a:pt x="257175" y="105951"/>
                </a:lnTo>
                <a:lnTo>
                  <a:pt x="236949" y="85725"/>
                </a:lnTo>
                <a:lnTo>
                  <a:pt x="214313" y="85725"/>
                </a:lnTo>
                <a:lnTo>
                  <a:pt x="214313" y="128588"/>
                </a:lnTo>
                <a:lnTo>
                  <a:pt x="257175" y="128588"/>
                </a:lnTo>
                <a:close/>
                <a:moveTo>
                  <a:pt x="114300" y="189309"/>
                </a:moveTo>
                <a:cubicBezTo>
                  <a:pt x="114300" y="179453"/>
                  <a:pt x="106297" y="171450"/>
                  <a:pt x="96441" y="171450"/>
                </a:cubicBezTo>
                <a:cubicBezTo>
                  <a:pt x="86584" y="171450"/>
                  <a:pt x="78581" y="179453"/>
                  <a:pt x="78581" y="189309"/>
                </a:cubicBezTo>
                <a:cubicBezTo>
                  <a:pt x="78581" y="199166"/>
                  <a:pt x="86584" y="207169"/>
                  <a:pt x="96441" y="207169"/>
                </a:cubicBezTo>
                <a:cubicBezTo>
                  <a:pt x="106297" y="207169"/>
                  <a:pt x="114300" y="199166"/>
                  <a:pt x="114300" y="189309"/>
                </a:cubicBezTo>
                <a:close/>
                <a:moveTo>
                  <a:pt x="217884" y="207169"/>
                </a:moveTo>
                <a:cubicBezTo>
                  <a:pt x="227741" y="207169"/>
                  <a:pt x="235744" y="199166"/>
                  <a:pt x="235744" y="189309"/>
                </a:cubicBezTo>
                <a:cubicBezTo>
                  <a:pt x="235744" y="179453"/>
                  <a:pt x="227741" y="171450"/>
                  <a:pt x="217884" y="171450"/>
                </a:cubicBezTo>
                <a:cubicBezTo>
                  <a:pt x="208028" y="171450"/>
                  <a:pt x="200025" y="179453"/>
                  <a:pt x="200025" y="189309"/>
                </a:cubicBezTo>
                <a:cubicBezTo>
                  <a:pt x="200025" y="199166"/>
                  <a:pt x="208028" y="207169"/>
                  <a:pt x="217884" y="2071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8500" y="4267200"/>
            <a:ext cx="1343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8500" y="46482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Release Cycles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62700" y="50673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Near-instant validation of features against requirements. Remove testing bottleneck and accelerate time-to-market.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7463" y="5853113"/>
            <a:ext cx="5248275" cy="428625"/>
          </a:xfrm>
          <a:custGeom>
            <a:avLst/>
            <a:gdLst/>
            <a:ahLst/>
            <a:cxnLst/>
            <a:rect l="l" t="t" r="r" b="b"/>
            <a:pathLst>
              <a:path w="5248275" h="428625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52424"/>
                </a:lnTo>
                <a:cubicBezTo>
                  <a:pt x="5248275" y="394509"/>
                  <a:pt x="5214159" y="428625"/>
                  <a:pt x="51720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7ED"/>
          </a:solidFill>
          <a:ln w="12700">
            <a:solidFill>
              <a:srgbClr val="FF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05575" y="6000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15125" y="597217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a948c5a726b49c071f69c9310633dd6f12ee660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02" b="780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196780" y="466725"/>
            <a:ext cx="1800225" cy="504825"/>
          </a:xfrm>
          <a:custGeom>
            <a:avLst/>
            <a:gdLst/>
            <a:ahLst/>
            <a:cxnLst/>
            <a:rect l="l" t="t" r="r" b="b"/>
            <a:pathLst>
              <a:path w="1800225" h="504825">
                <a:moveTo>
                  <a:pt x="252413" y="0"/>
                </a:moveTo>
                <a:lnTo>
                  <a:pt x="1547813" y="0"/>
                </a:lnTo>
                <a:cubicBezTo>
                  <a:pt x="1687123" y="0"/>
                  <a:pt x="1800225" y="113102"/>
                  <a:pt x="1800225" y="252413"/>
                </a:cubicBezTo>
                <a:lnTo>
                  <a:pt x="1800225" y="252413"/>
                </a:lnTo>
                <a:cubicBezTo>
                  <a:pt x="1800225" y="391723"/>
                  <a:pt x="1687123" y="504825"/>
                  <a:pt x="1547813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73005" y="6048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87330" y="585788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AetherTest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75546" y="1585913"/>
            <a:ext cx="58388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Future of Testing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is Autonomous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2432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66704" y="3586163"/>
            <a:ext cx="4457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</a:t>
            </a:r>
            <a:r>
              <a:rPr lang="en-US" sz="18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Low-Code</a:t>
            </a:r>
            <a:r>
              <a:rPr lang="en-US" sz="1800" dirty="0">
                <a:solidFill>
                  <a:srgbClr val="F8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r>
              <a:rPr lang="en-US" sz="18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Zero-Touch</a:t>
            </a:r>
            <a:r>
              <a:rPr lang="en-US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Driven Test</a:t>
            </a:r>
            <a:r>
              <a:rPr lang="en-US" sz="1800" dirty="0">
                <a:solidFill>
                  <a:srgbClr val="F8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12604" y="4419600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152401" y="0"/>
                </a:moveTo>
                <a:lnTo>
                  <a:pt x="447674" y="0"/>
                </a:lnTo>
                <a:cubicBezTo>
                  <a:pt x="531843" y="0"/>
                  <a:pt x="600075" y="68232"/>
                  <a:pt x="600075" y="152401"/>
                </a:cubicBezTo>
                <a:lnTo>
                  <a:pt x="600075" y="447674"/>
                </a:lnTo>
                <a:cubicBezTo>
                  <a:pt x="600075" y="531843"/>
                  <a:pt x="531843" y="600075"/>
                  <a:pt x="447674" y="600075"/>
                </a:cubicBezTo>
                <a:lnTo>
                  <a:pt x="152401" y="600075"/>
                </a:lnTo>
                <a:cubicBezTo>
                  <a:pt x="68232" y="600075"/>
                  <a:pt x="0" y="531843"/>
                  <a:pt x="0" y="44767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84054" y="460533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72532" y="5176838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Traceability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384524" y="5519738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action mapped to requirements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95963" y="4419600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152401" y="0"/>
                </a:moveTo>
                <a:lnTo>
                  <a:pt x="447674" y="0"/>
                </a:lnTo>
                <a:cubicBezTo>
                  <a:pt x="531843" y="0"/>
                  <a:pt x="600075" y="68232"/>
                  <a:pt x="600075" y="152401"/>
                </a:cubicBezTo>
                <a:lnTo>
                  <a:pt x="600075" y="447674"/>
                </a:lnTo>
                <a:cubicBezTo>
                  <a:pt x="600075" y="531843"/>
                  <a:pt x="531843" y="600075"/>
                  <a:pt x="447674" y="600075"/>
                </a:cubicBezTo>
                <a:lnTo>
                  <a:pt x="152401" y="600075"/>
                </a:lnTo>
                <a:cubicBezTo>
                  <a:pt x="68232" y="600075"/>
                  <a:pt x="0" y="531843"/>
                  <a:pt x="0" y="44767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67413" y="460533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97860" y="5176838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AI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23383" y="5519738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Watch the thought process in real-time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79321" y="4419600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152401" y="0"/>
                </a:moveTo>
                <a:lnTo>
                  <a:pt x="447674" y="0"/>
                </a:lnTo>
                <a:cubicBezTo>
                  <a:pt x="531843" y="0"/>
                  <a:pt x="600075" y="68232"/>
                  <a:pt x="600075" y="152401"/>
                </a:cubicBezTo>
                <a:lnTo>
                  <a:pt x="600075" y="447674"/>
                </a:lnTo>
                <a:cubicBezTo>
                  <a:pt x="600075" y="531843"/>
                  <a:pt x="531843" y="600075"/>
                  <a:pt x="447674" y="600075"/>
                </a:cubicBezTo>
                <a:lnTo>
                  <a:pt x="152401" y="600075"/>
                </a:lnTo>
                <a:cubicBezTo>
                  <a:pt x="68232" y="600075"/>
                  <a:pt x="0" y="531843"/>
                  <a:pt x="0" y="44767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565059" y="46053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966174" y="5176838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Effortless Testing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18686" y="5519738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 AI handle the complexity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1105</Words>
  <Application>Microsoft Macintosh PowerPoint</Application>
  <PresentationFormat>Widescreen</PresentationFormat>
  <Paragraphs>229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Liter</vt:lpstr>
      <vt:lpstr>Hedvig Letters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AetherTest — The Autonomous STLC Engine</dc:title>
  <dc:subject>AetherTest — The Autonomous STLC Engine</dc:subject>
  <dc:creator>Kimi</dc:creator>
  <cp:lastModifiedBy>Sravanth Baratam</cp:lastModifiedBy>
  <cp:revision>9</cp:revision>
  <dcterms:created xsi:type="dcterms:W3CDTF">2026-01-30T15:40:09Z</dcterms:created>
  <dcterms:modified xsi:type="dcterms:W3CDTF">2026-02-28T21:30:26Z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{"Label":"AetherTest — The Autonomous STLC Engine","ContentProducer":"001191110108MACG2KBH8F10000","ProduceID":"19c0f8ea-e642-826d-8000-0000f52449e9","ReservedCode1":"","ContentPropagator":"001191110108MACG2KBH8F20000","PropagateID":"19c0f8ea-e642-826d-8000-0000f52449e9","ReservedCode2":""}</vt:lpwstr>
  </property>
</Properties>
</file>